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D799"/>
    <a:srgbClr val="0022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8FDC76-651E-479A-9C70-7C5394F84D3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1D155-11C8-4891-8AF8-5ECFE2A03F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908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1D155-11C8-4891-8AF8-5ECFE2A03FC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848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14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435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41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21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50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688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53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305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128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74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58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99D28-2731-4C33-B1B1-F64FA5D758DC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281C5-7078-42F7-9E1D-9AB678445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442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381F8F-27DF-067F-B168-12B187347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1"/>
            <a:ext cx="10691813" cy="75591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36" y="0"/>
            <a:ext cx="10689140" cy="7559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42DFAABE-172B-D263-CF25-A0B96FFDF1DC}"/>
              </a:ext>
            </a:extLst>
          </p:cNvPr>
          <p:cNvSpPr txBox="1"/>
          <p:nvPr/>
        </p:nvSpPr>
        <p:spPr>
          <a:xfrm>
            <a:off x="1230303" y="4261316"/>
            <a:ext cx="8231207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dirty="0">
                <a:latin typeface="Niconne" panose="02000505050000020002" pitchFamily="2" charset="0"/>
              </a:rPr>
              <a:t>&lt;&lt;</a:t>
            </a:r>
            <a:r>
              <a:rPr lang="en-US" sz="3600" dirty="0" err="1">
                <a:latin typeface="Niconne" panose="02000505050000020002" pitchFamily="2" charset="0"/>
              </a:rPr>
              <a:t>CandidateName</a:t>
            </a:r>
            <a:r>
              <a:rPr lang="en-US" sz="3600" dirty="0">
                <a:latin typeface="Niconne" panose="02000505050000020002" pitchFamily="2" charset="0"/>
              </a:rPr>
              <a:t>&gt;&gt;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2E73D90-794F-180B-EB0E-4335577285C4}"/>
              </a:ext>
            </a:extLst>
          </p:cNvPr>
          <p:cNvSpPr txBox="1"/>
          <p:nvPr/>
        </p:nvSpPr>
        <p:spPr>
          <a:xfrm>
            <a:off x="1230303" y="3874790"/>
            <a:ext cx="8231207" cy="277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300" dirty="0">
                <a:latin typeface="Poppins" panose="00000500000000000000" pitchFamily="2" charset="0"/>
                <a:cs typeface="Poppins" panose="00000500000000000000" pitchFamily="2" charset="0"/>
                <a:sym typeface="TT Hoves Bold"/>
              </a:rPr>
              <a:t>&lt;&lt;</a:t>
            </a:r>
            <a:r>
              <a:rPr lang="en-US" sz="1300" dirty="0" err="1">
                <a:latin typeface="Poppins" panose="00000500000000000000" pitchFamily="2" charset="0"/>
                <a:cs typeface="Poppins" panose="00000500000000000000" pitchFamily="2" charset="0"/>
                <a:sym typeface="TT Hoves Bold"/>
              </a:rPr>
              <a:t>CertificateSubtitle</a:t>
            </a:r>
            <a:r>
              <a:rPr lang="en-US" sz="1300" dirty="0">
                <a:latin typeface="Poppins" panose="00000500000000000000" pitchFamily="2" charset="0"/>
                <a:cs typeface="Poppins" panose="00000500000000000000" pitchFamily="2" charset="0"/>
                <a:sym typeface="TT Hoves Bold"/>
              </a:rPr>
              <a:t>&gt;&gt;  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B98BFC2E-A765-40CF-0A68-5549790267AB}"/>
              </a:ext>
            </a:extLst>
          </p:cNvPr>
          <p:cNvSpPr txBox="1"/>
          <p:nvPr/>
        </p:nvSpPr>
        <p:spPr>
          <a:xfrm>
            <a:off x="1195937" y="4838350"/>
            <a:ext cx="8299939" cy="466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300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has successfully completed the </a:t>
            </a:r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&lt;&lt;</a:t>
            </a:r>
            <a:r>
              <a:rPr lang="en-US" sz="1300" b="1" dirty="0" err="1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CourseName</a:t>
            </a:r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&gt;&gt; </a:t>
            </a:r>
            <a:r>
              <a:rPr lang="en-US" sz="1300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course and has been awarded Grade </a:t>
            </a:r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&lt;&lt;Grade&gt;&gt; </a:t>
            </a:r>
            <a:r>
              <a:rPr lang="en-US" sz="1300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for securing </a:t>
            </a:r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&lt;&lt;Percentage&gt;&gt;% </a:t>
            </a:r>
            <a:r>
              <a:rPr lang="en-US" sz="1300" dirty="0">
                <a:latin typeface="Poppins" panose="00000500000000000000" pitchFamily="2" charset="0"/>
                <a:cs typeface="Poppins" panose="00000500000000000000" pitchFamily="2" charset="0"/>
                <a:sym typeface="TT Hoves"/>
              </a:rPr>
              <a:t>marks.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3B041303-EA61-726D-ECAC-83111859E5C9}"/>
              </a:ext>
            </a:extLst>
          </p:cNvPr>
          <p:cNvSpPr txBox="1"/>
          <p:nvPr/>
        </p:nvSpPr>
        <p:spPr>
          <a:xfrm>
            <a:off x="6923704" y="6540301"/>
            <a:ext cx="3032128" cy="214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14"/>
              </a:lnSpc>
            </a:pPr>
            <a:r>
              <a:rPr lang="en-US" sz="1200" i="1" dirty="0">
                <a:latin typeface="Poppins" panose="00000500000000000000" pitchFamily="2" charset="0"/>
                <a:cs typeface="Poppins" panose="00000500000000000000" pitchFamily="2" charset="0"/>
              </a:rPr>
              <a:t>&lt;&lt;</a:t>
            </a:r>
            <a:r>
              <a:rPr lang="en-US" sz="1200" i="1" dirty="0" err="1">
                <a:latin typeface="Poppins" panose="00000500000000000000" pitchFamily="2" charset="0"/>
                <a:cs typeface="Poppins" panose="00000500000000000000" pitchFamily="2" charset="0"/>
              </a:rPr>
              <a:t>AuthorityName</a:t>
            </a:r>
            <a:r>
              <a:rPr lang="en-US" sz="1200" i="1" dirty="0">
                <a:latin typeface="Poppins" panose="00000500000000000000" pitchFamily="2" charset="0"/>
                <a:cs typeface="Poppins" panose="00000500000000000000" pitchFamily="2" charset="0"/>
              </a:rPr>
              <a:t>&gt;&gt;</a:t>
            </a:r>
            <a:endParaRPr lang="en-US" sz="1200" i="1" dirty="0">
              <a:latin typeface="Poppins" panose="00000500000000000000" pitchFamily="2" charset="0"/>
              <a:cs typeface="Poppins" panose="00000500000000000000" pitchFamily="2" charset="0"/>
              <a:sym typeface="Garet Bold"/>
            </a:endParaRP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FF2C49A4-CB5F-002A-85EC-5A6C5FDF3DA3}"/>
              </a:ext>
            </a:extLst>
          </p:cNvPr>
          <p:cNvSpPr txBox="1"/>
          <p:nvPr/>
        </p:nvSpPr>
        <p:spPr>
          <a:xfrm>
            <a:off x="6963777" y="6805899"/>
            <a:ext cx="3008205" cy="214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14"/>
              </a:lnSpc>
            </a:pPr>
            <a:r>
              <a:rPr lang="en-US" sz="1200" i="1" dirty="0">
                <a:latin typeface="Poppins" panose="00000500000000000000" pitchFamily="2" charset="0"/>
                <a:cs typeface="Poppins" panose="00000500000000000000" pitchFamily="2" charset="0"/>
              </a:rPr>
              <a:t>&lt;&lt;</a:t>
            </a:r>
            <a:r>
              <a:rPr lang="en-US" sz="1200" i="1" dirty="0" err="1">
                <a:latin typeface="Poppins" panose="00000500000000000000" pitchFamily="2" charset="0"/>
                <a:cs typeface="Poppins" panose="00000500000000000000" pitchFamily="2" charset="0"/>
              </a:rPr>
              <a:t>AuthorityDesignation</a:t>
            </a:r>
            <a:r>
              <a:rPr lang="en-US" sz="1200" i="1" dirty="0">
                <a:latin typeface="Poppins" panose="00000500000000000000" pitchFamily="2" charset="0"/>
                <a:cs typeface="Poppins" panose="00000500000000000000" pitchFamily="2" charset="0"/>
              </a:rPr>
              <a:t>&gt;&gt;</a:t>
            </a:r>
            <a:endParaRPr lang="en-US" sz="1200" i="1" dirty="0">
              <a:latin typeface="Poppins" panose="00000500000000000000" pitchFamily="2" charset="0"/>
              <a:cs typeface="Poppins" panose="00000500000000000000" pitchFamily="2" charset="0"/>
              <a:sym typeface="Garet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EA3400A3-215C-4E63-A0D1-1E2AD7CECC4A}"/>
              </a:ext>
            </a:extLst>
          </p:cNvPr>
          <p:cNvSpPr txBox="1"/>
          <p:nvPr/>
        </p:nvSpPr>
        <p:spPr>
          <a:xfrm>
            <a:off x="1195937" y="821502"/>
            <a:ext cx="829993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OrganizationName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Gare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CE947B-B004-F193-527D-81C2F96AFF3F}"/>
              </a:ext>
            </a:extLst>
          </p:cNvPr>
          <p:cNvSpPr/>
          <p:nvPr/>
        </p:nvSpPr>
        <p:spPr>
          <a:xfrm>
            <a:off x="1937652" y="5696072"/>
            <a:ext cx="1080000" cy="1080000"/>
          </a:xfrm>
          <a:prstGeom prst="roundRect">
            <a:avLst>
              <a:gd name="adj" fmla="val 5411"/>
            </a:avLst>
          </a:prstGeom>
          <a:solidFill>
            <a:srgbClr val="F4D7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8" name="QRCode">
            <a:extLst>
              <a:ext uri="{FF2B5EF4-FFF2-40B4-BE49-F238E27FC236}">
                <a16:creationId xmlns:a16="http://schemas.microsoft.com/office/drawing/2014/main" id="{E45E4E52-AD7B-74E0-E515-E75FA6C06131}"/>
              </a:ext>
            </a:extLst>
          </p:cNvPr>
          <p:cNvSpPr/>
          <p:nvPr/>
        </p:nvSpPr>
        <p:spPr>
          <a:xfrm>
            <a:off x="1991652" y="5750072"/>
            <a:ext cx="9720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A09CC3C4-DA49-B3DD-CD31-86F75A02EE18}"/>
              </a:ext>
            </a:extLst>
          </p:cNvPr>
          <p:cNvSpPr txBox="1"/>
          <p:nvPr/>
        </p:nvSpPr>
        <p:spPr>
          <a:xfrm>
            <a:off x="3798470" y="6603231"/>
            <a:ext cx="3094872" cy="254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Certificate ID : &lt;&lt;</a:t>
            </a:r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</a:rPr>
              <a:t>CertificateID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&gt;&gt;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  <a:sym typeface="Garet Bold"/>
            </a:endParaRPr>
          </a:p>
        </p:txBody>
      </p:sp>
      <p:sp>
        <p:nvSpPr>
          <p:cNvPr id="34" name="ISOLogo">
            <a:extLst>
              <a:ext uri="{FF2B5EF4-FFF2-40B4-BE49-F238E27FC236}">
                <a16:creationId xmlns:a16="http://schemas.microsoft.com/office/drawing/2014/main" id="{5EE9F99F-03FB-85B8-FCC1-B513F77CE95C}"/>
              </a:ext>
            </a:extLst>
          </p:cNvPr>
          <p:cNvSpPr/>
          <p:nvPr/>
        </p:nvSpPr>
        <p:spPr>
          <a:xfrm>
            <a:off x="4764707" y="5430563"/>
            <a:ext cx="1162399" cy="11623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AuthoritySignature">
            <a:extLst>
              <a:ext uri="{FF2B5EF4-FFF2-40B4-BE49-F238E27FC236}">
                <a16:creationId xmlns:a16="http://schemas.microsoft.com/office/drawing/2014/main" id="{F964FFCF-78F3-A59E-5ADA-151DCAA87E89}"/>
              </a:ext>
            </a:extLst>
          </p:cNvPr>
          <p:cNvSpPr/>
          <p:nvPr/>
        </p:nvSpPr>
        <p:spPr>
          <a:xfrm>
            <a:off x="7517621" y="5891078"/>
            <a:ext cx="2009823" cy="546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rgbClr val="194FA5"/>
              </a:solidFill>
              <a:latin typeface="Rastanty Cortez" panose="02000506000000020003" pitchFamily="2" charset="0"/>
            </a:endParaRPr>
          </a:p>
        </p:txBody>
      </p:sp>
      <p:sp>
        <p:nvSpPr>
          <p:cNvPr id="38" name="TextBox 20">
            <a:extLst>
              <a:ext uri="{FF2B5EF4-FFF2-40B4-BE49-F238E27FC236}">
                <a16:creationId xmlns:a16="http://schemas.microsoft.com/office/drawing/2014/main" id="{044CD3B8-6D47-DAC4-9288-5D9A7E6BCC0F}"/>
              </a:ext>
            </a:extLst>
          </p:cNvPr>
          <p:cNvSpPr txBox="1"/>
          <p:nvPr/>
        </p:nvSpPr>
        <p:spPr>
          <a:xfrm>
            <a:off x="6705907" y="6197751"/>
            <a:ext cx="3546473" cy="261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dirty="0">
                <a:latin typeface="Dreaming Outloud Script Pro" panose="03050502040304050704" pitchFamily="66" charset="0"/>
                <a:ea typeface="TT Hoves"/>
                <a:cs typeface="Dreaming Outloud Script Pro" panose="03050502040304050704" pitchFamily="66" charset="0"/>
                <a:sym typeface="TT Hoves"/>
              </a:rPr>
              <a:t>&lt;&lt;</a:t>
            </a:r>
            <a:r>
              <a:rPr lang="en-US" dirty="0" err="1">
                <a:latin typeface="Dreaming Outloud Script Pro" panose="03050502040304050704" pitchFamily="66" charset="0"/>
                <a:ea typeface="TT Hoves"/>
                <a:cs typeface="Dreaming Outloud Script Pro" panose="03050502040304050704" pitchFamily="66" charset="0"/>
                <a:sym typeface="TT Hoves"/>
              </a:rPr>
              <a:t>AuthoritySignatureText</a:t>
            </a:r>
            <a:r>
              <a:rPr lang="en-US" dirty="0">
                <a:latin typeface="Dreaming Outloud Script Pro" panose="03050502040304050704" pitchFamily="66" charset="0"/>
                <a:ea typeface="TT Hoves"/>
                <a:cs typeface="Dreaming Outloud Script Pro" panose="03050502040304050704" pitchFamily="66" charset="0"/>
                <a:sym typeface="TT Hoves"/>
              </a:rPr>
              <a:t>&gt;&gt;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025E4A82-7009-98B6-8570-3CD52F09969E}"/>
              </a:ext>
            </a:extLst>
          </p:cNvPr>
          <p:cNvSpPr txBox="1"/>
          <p:nvPr/>
        </p:nvSpPr>
        <p:spPr>
          <a:xfrm>
            <a:off x="3801529" y="6832700"/>
            <a:ext cx="3088755" cy="251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224"/>
              </a:lnSpc>
              <a:defRPr sz="1588">
                <a:solidFill>
                  <a:srgbClr val="EF8200"/>
                </a:solidFill>
                <a:latin typeface="DM Sans"/>
              </a:defRPr>
            </a:lvl1pPr>
          </a:lstStyle>
          <a:p>
            <a:r>
              <a:rPr lang="en-US" sz="11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Certificate Date : &lt;&lt;</a:t>
            </a:r>
            <a:r>
              <a:rPr lang="en-US" sz="11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IssueDate</a:t>
            </a:r>
            <a:r>
              <a:rPr lang="en-US" sz="11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&gt;&gt; </a:t>
            </a:r>
            <a:endParaRPr lang="en-US" sz="11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  <a:sym typeface="Garet Bold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BBB7DDF-37D4-D709-15C7-6BD78A9776FC}"/>
              </a:ext>
            </a:extLst>
          </p:cNvPr>
          <p:cNvSpPr/>
          <p:nvPr/>
        </p:nvSpPr>
        <p:spPr>
          <a:xfrm>
            <a:off x="4960788" y="36543"/>
            <a:ext cx="770237" cy="7702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31404196-43B2-412B-B3B3-2FEE0A122A57}"/>
              </a:ext>
            </a:extLst>
          </p:cNvPr>
          <p:cNvSpPr txBox="1"/>
          <p:nvPr/>
        </p:nvSpPr>
        <p:spPr>
          <a:xfrm>
            <a:off x="1884664" y="6762872"/>
            <a:ext cx="1183782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100" dirty="0">
                <a:latin typeface="+mj-lt"/>
              </a:rPr>
              <a:t>Scan to Validate</a:t>
            </a:r>
            <a:endParaRPr lang="en-US" sz="1100" dirty="0">
              <a:latin typeface="+mj-lt"/>
              <a:sym typeface="TT Hoves"/>
            </a:endParaRPr>
          </a:p>
        </p:txBody>
      </p:sp>
      <p:sp>
        <p:nvSpPr>
          <p:cNvPr id="44" name="OrganizationLogo">
            <a:extLst>
              <a:ext uri="{FF2B5EF4-FFF2-40B4-BE49-F238E27FC236}">
                <a16:creationId xmlns:a16="http://schemas.microsoft.com/office/drawing/2014/main" id="{D7B63772-6409-A42E-F57E-E4858E0C0256}"/>
              </a:ext>
            </a:extLst>
          </p:cNvPr>
          <p:cNvSpPr/>
          <p:nvPr/>
        </p:nvSpPr>
        <p:spPr>
          <a:xfrm flipH="1">
            <a:off x="5026822" y="108796"/>
            <a:ext cx="638169" cy="6381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77187B-2E55-5AF2-F55D-07647D9D4FC5}"/>
              </a:ext>
            </a:extLst>
          </p:cNvPr>
          <p:cNvCxnSpPr/>
          <p:nvPr/>
        </p:nvCxnSpPr>
        <p:spPr>
          <a:xfrm>
            <a:off x="7247924" y="6500109"/>
            <a:ext cx="254921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18">
            <a:extLst>
              <a:ext uri="{FF2B5EF4-FFF2-40B4-BE49-F238E27FC236}">
                <a16:creationId xmlns:a16="http://schemas.microsoft.com/office/drawing/2014/main" id="{4671537B-1BE8-3581-6D59-42803F37F82A}"/>
              </a:ext>
            </a:extLst>
          </p:cNvPr>
          <p:cNvSpPr txBox="1"/>
          <p:nvPr/>
        </p:nvSpPr>
        <p:spPr>
          <a:xfrm>
            <a:off x="537770" y="7248844"/>
            <a:ext cx="9616272" cy="254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Web : &lt;&lt;Website&gt;&gt;  |  Phone : &lt;&lt;Phone&gt;&gt;  |  Email : &lt;&lt;Email&gt;&gt;  |   Address : &lt;&lt;Address&gt;&gt;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75861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80</Words>
  <Application>Microsoft Office PowerPoint</Application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Dreaming Outloud Script Pro</vt:lpstr>
      <vt:lpstr>Niconne</vt:lpstr>
      <vt:lpstr>Poppins</vt:lpstr>
      <vt:lpstr>Rastanty Cortez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Satish Dhawale</cp:lastModifiedBy>
  <cp:revision>33</cp:revision>
  <dcterms:created xsi:type="dcterms:W3CDTF">2026-09-02T13:18:54Z</dcterms:created>
  <dcterms:modified xsi:type="dcterms:W3CDTF">2026-09-04T09:26:34Z</dcterms:modified>
</cp:coreProperties>
</file>