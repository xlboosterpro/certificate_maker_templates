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D799"/>
    <a:srgbClr val="0022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130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149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435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41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421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500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688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535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305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128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74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58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442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381F8F-27DF-067F-B168-12B187347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1"/>
            <a:ext cx="10691813" cy="755911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36" y="0"/>
            <a:ext cx="10689140" cy="7559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42DFAABE-172B-D263-CF25-A0B96FFDF1DC}"/>
              </a:ext>
            </a:extLst>
          </p:cNvPr>
          <p:cNvSpPr txBox="1"/>
          <p:nvPr/>
        </p:nvSpPr>
        <p:spPr>
          <a:xfrm>
            <a:off x="1283839" y="4261316"/>
            <a:ext cx="812413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dirty="0">
                <a:latin typeface="Niconne" panose="02000505050000020002" pitchFamily="2" charset="0"/>
              </a:rPr>
              <a:t>&lt;&lt;</a:t>
            </a:r>
            <a:r>
              <a:rPr lang="en-US" sz="3600" dirty="0" err="1">
                <a:latin typeface="Niconne" panose="02000505050000020002" pitchFamily="2" charset="0"/>
              </a:rPr>
              <a:t>CandidateName</a:t>
            </a:r>
            <a:r>
              <a:rPr lang="en-US" sz="3600" dirty="0">
                <a:latin typeface="Niconne" panose="02000505050000020002" pitchFamily="2" charset="0"/>
              </a:rPr>
              <a:t>&gt;&gt;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2E73D90-794F-180B-EB0E-4335577285C4}"/>
              </a:ext>
            </a:extLst>
          </p:cNvPr>
          <p:cNvSpPr txBox="1"/>
          <p:nvPr/>
        </p:nvSpPr>
        <p:spPr>
          <a:xfrm>
            <a:off x="1283840" y="3874791"/>
            <a:ext cx="8124133" cy="288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  <a:sym typeface="TT Hoves Bold"/>
              </a:rPr>
              <a:t>&lt;&lt;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  <a:sym typeface="TT Hoves Bold"/>
              </a:rPr>
              <a:t>CertificateSubtitle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  <a:sym typeface="TT Hoves Bold"/>
              </a:rPr>
              <a:t>&gt;&gt;  </a:t>
            </a: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B98BFC2E-A765-40CF-0A68-5549790267AB}"/>
              </a:ext>
            </a:extLst>
          </p:cNvPr>
          <p:cNvSpPr txBox="1"/>
          <p:nvPr/>
        </p:nvSpPr>
        <p:spPr>
          <a:xfrm>
            <a:off x="1283840" y="4838349"/>
            <a:ext cx="8124133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03"/>
              </a:lnSpc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&lt;&lt;Description&gt;&gt; </a:t>
            </a:r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&lt;&lt;</a:t>
            </a:r>
            <a:r>
              <a:rPr lang="en-US" sz="1400" b="1" dirty="0" err="1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CourseName</a:t>
            </a:r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&gt;&gt;</a:t>
            </a: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3B041303-EA61-726D-ECAC-83111859E5C9}"/>
              </a:ext>
            </a:extLst>
          </p:cNvPr>
          <p:cNvSpPr txBox="1"/>
          <p:nvPr/>
        </p:nvSpPr>
        <p:spPr>
          <a:xfrm>
            <a:off x="6913656" y="6409674"/>
            <a:ext cx="3032128" cy="214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14"/>
              </a:lnSpc>
            </a:pPr>
            <a:r>
              <a:rPr lang="en-US" sz="1400" i="1" dirty="0">
                <a:latin typeface="Poppins" panose="00000500000000000000" pitchFamily="2" charset="0"/>
                <a:cs typeface="Poppins" panose="00000500000000000000" pitchFamily="2" charset="0"/>
              </a:rPr>
              <a:t>&lt;&lt;</a:t>
            </a:r>
            <a:r>
              <a:rPr lang="en-US" sz="1400" i="1" dirty="0" err="1">
                <a:latin typeface="Poppins" panose="00000500000000000000" pitchFamily="2" charset="0"/>
                <a:cs typeface="Poppins" panose="00000500000000000000" pitchFamily="2" charset="0"/>
              </a:rPr>
              <a:t>AuthorityName</a:t>
            </a:r>
            <a:r>
              <a:rPr lang="en-US" sz="1400" i="1" dirty="0">
                <a:latin typeface="Poppins" panose="00000500000000000000" pitchFamily="2" charset="0"/>
                <a:cs typeface="Poppins" panose="00000500000000000000" pitchFamily="2" charset="0"/>
              </a:rPr>
              <a:t>&gt;&gt;</a:t>
            </a:r>
            <a:endParaRPr lang="en-US" sz="1400" i="1" dirty="0">
              <a:latin typeface="Poppins" panose="00000500000000000000" pitchFamily="2" charset="0"/>
              <a:cs typeface="Poppins" panose="00000500000000000000" pitchFamily="2" charset="0"/>
              <a:sym typeface="Garet Bold"/>
            </a:endParaRP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FF2C49A4-CB5F-002A-85EC-5A6C5FDF3DA3}"/>
              </a:ext>
            </a:extLst>
          </p:cNvPr>
          <p:cNvSpPr txBox="1"/>
          <p:nvPr/>
        </p:nvSpPr>
        <p:spPr>
          <a:xfrm>
            <a:off x="6953729" y="6675272"/>
            <a:ext cx="3008205" cy="214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14"/>
              </a:lnSpc>
            </a:pPr>
            <a:r>
              <a:rPr lang="en-US" sz="1400" i="1" dirty="0">
                <a:latin typeface="Poppins" panose="00000500000000000000" pitchFamily="2" charset="0"/>
                <a:cs typeface="Poppins" panose="00000500000000000000" pitchFamily="2" charset="0"/>
              </a:rPr>
              <a:t>&lt;&lt;</a:t>
            </a:r>
            <a:r>
              <a:rPr lang="en-US" sz="1400" i="1" dirty="0" err="1">
                <a:latin typeface="Poppins" panose="00000500000000000000" pitchFamily="2" charset="0"/>
                <a:cs typeface="Poppins" panose="00000500000000000000" pitchFamily="2" charset="0"/>
              </a:rPr>
              <a:t>AuthorityDesignation</a:t>
            </a:r>
            <a:r>
              <a:rPr lang="en-US" sz="1400" i="1" dirty="0">
                <a:latin typeface="Poppins" panose="00000500000000000000" pitchFamily="2" charset="0"/>
                <a:cs typeface="Poppins" panose="00000500000000000000" pitchFamily="2" charset="0"/>
              </a:rPr>
              <a:t>&gt;&gt;</a:t>
            </a:r>
            <a:endParaRPr lang="en-US" sz="1400" i="1" dirty="0">
              <a:latin typeface="Poppins" panose="00000500000000000000" pitchFamily="2" charset="0"/>
              <a:cs typeface="Poppins" panose="00000500000000000000" pitchFamily="2" charset="0"/>
              <a:sym typeface="Garet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EA3400A3-215C-4E63-A0D1-1E2AD7CECC4A}"/>
              </a:ext>
            </a:extLst>
          </p:cNvPr>
          <p:cNvSpPr txBox="1"/>
          <p:nvPr/>
        </p:nvSpPr>
        <p:spPr>
          <a:xfrm>
            <a:off x="1488495" y="843041"/>
            <a:ext cx="7714823" cy="310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OrganizationName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 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Gare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7CE947B-B004-F193-527D-81C2F96AFF3F}"/>
              </a:ext>
            </a:extLst>
          </p:cNvPr>
          <p:cNvSpPr/>
          <p:nvPr/>
        </p:nvSpPr>
        <p:spPr>
          <a:xfrm>
            <a:off x="1036942" y="5517076"/>
            <a:ext cx="1080000" cy="1080000"/>
          </a:xfrm>
          <a:prstGeom prst="roundRect">
            <a:avLst>
              <a:gd name="adj" fmla="val 5411"/>
            </a:avLst>
          </a:prstGeom>
          <a:solidFill>
            <a:srgbClr val="F4D7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8" name="QRCode">
            <a:extLst>
              <a:ext uri="{FF2B5EF4-FFF2-40B4-BE49-F238E27FC236}">
                <a16:creationId xmlns:a16="http://schemas.microsoft.com/office/drawing/2014/main" id="{E45E4E52-AD7B-74E0-E515-E75FA6C06131}"/>
              </a:ext>
            </a:extLst>
          </p:cNvPr>
          <p:cNvSpPr/>
          <p:nvPr/>
        </p:nvSpPr>
        <p:spPr>
          <a:xfrm>
            <a:off x="1090942" y="5571076"/>
            <a:ext cx="972000" cy="9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Logo">
            <a:extLst>
              <a:ext uri="{FF2B5EF4-FFF2-40B4-BE49-F238E27FC236}">
                <a16:creationId xmlns:a16="http://schemas.microsoft.com/office/drawing/2014/main" id="{5EE9F99F-03FB-85B8-FCC1-B513F77CE95C}"/>
              </a:ext>
            </a:extLst>
          </p:cNvPr>
          <p:cNvSpPr/>
          <p:nvPr/>
        </p:nvSpPr>
        <p:spPr>
          <a:xfrm>
            <a:off x="4860927" y="5387394"/>
            <a:ext cx="969959" cy="9699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AuthoritySignature">
            <a:extLst>
              <a:ext uri="{FF2B5EF4-FFF2-40B4-BE49-F238E27FC236}">
                <a16:creationId xmlns:a16="http://schemas.microsoft.com/office/drawing/2014/main" id="{F964FFCF-78F3-A59E-5ADA-151DCAA87E89}"/>
              </a:ext>
            </a:extLst>
          </p:cNvPr>
          <p:cNvSpPr/>
          <p:nvPr/>
        </p:nvSpPr>
        <p:spPr>
          <a:xfrm>
            <a:off x="7507573" y="5760451"/>
            <a:ext cx="2009823" cy="5467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rgbClr val="194FA5"/>
              </a:solidFill>
              <a:latin typeface="Rastanty Cortez" panose="02000506000000020003" pitchFamily="2" charset="0"/>
            </a:endParaRPr>
          </a:p>
        </p:txBody>
      </p:sp>
      <p:sp>
        <p:nvSpPr>
          <p:cNvPr id="38" name="TextBox 20">
            <a:extLst>
              <a:ext uri="{FF2B5EF4-FFF2-40B4-BE49-F238E27FC236}">
                <a16:creationId xmlns:a16="http://schemas.microsoft.com/office/drawing/2014/main" id="{044CD3B8-6D47-DAC4-9288-5D9A7E6BCC0F}"/>
              </a:ext>
            </a:extLst>
          </p:cNvPr>
          <p:cNvSpPr txBox="1"/>
          <p:nvPr/>
        </p:nvSpPr>
        <p:spPr>
          <a:xfrm>
            <a:off x="6695859" y="6067124"/>
            <a:ext cx="3546473" cy="261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dirty="0">
                <a:latin typeface="Dreaming Outloud Script Pro" panose="03050502040304050704" pitchFamily="66" charset="0"/>
                <a:ea typeface="TT Hoves"/>
                <a:cs typeface="Dreaming Outloud Script Pro" panose="03050502040304050704" pitchFamily="66" charset="0"/>
                <a:sym typeface="TT Hoves"/>
              </a:rPr>
              <a:t>&lt;&lt;</a:t>
            </a:r>
            <a:r>
              <a:rPr lang="en-US" dirty="0" err="1">
                <a:latin typeface="Dreaming Outloud Script Pro" panose="03050502040304050704" pitchFamily="66" charset="0"/>
                <a:ea typeface="TT Hoves"/>
                <a:cs typeface="Dreaming Outloud Script Pro" panose="03050502040304050704" pitchFamily="66" charset="0"/>
                <a:sym typeface="TT Hoves"/>
              </a:rPr>
              <a:t>AuthoritySignatureText</a:t>
            </a:r>
            <a:r>
              <a:rPr lang="en-US" dirty="0">
                <a:latin typeface="Dreaming Outloud Script Pro" panose="03050502040304050704" pitchFamily="66" charset="0"/>
                <a:ea typeface="TT Hoves"/>
                <a:cs typeface="Dreaming Outloud Script Pro" panose="03050502040304050704" pitchFamily="66" charset="0"/>
                <a:sym typeface="TT Hoves"/>
              </a:rPr>
              <a:t>&gt;&gt;</a:t>
            </a:r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31404196-43B2-412B-B3B3-2FEE0A122A57}"/>
              </a:ext>
            </a:extLst>
          </p:cNvPr>
          <p:cNvSpPr txBox="1"/>
          <p:nvPr/>
        </p:nvSpPr>
        <p:spPr>
          <a:xfrm>
            <a:off x="983954" y="6583876"/>
            <a:ext cx="1183782" cy="255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4"/>
              </a:lnSpc>
            </a:pPr>
            <a:r>
              <a:rPr lang="en-US" sz="1100" dirty="0">
                <a:latin typeface="+mj-lt"/>
              </a:rPr>
              <a:t>Scan to Validate</a:t>
            </a:r>
            <a:endParaRPr lang="en-US" sz="1100" dirty="0">
              <a:latin typeface="+mj-lt"/>
              <a:sym typeface="TT Hove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77187B-2E55-5AF2-F55D-07647D9D4FC5}"/>
              </a:ext>
            </a:extLst>
          </p:cNvPr>
          <p:cNvCxnSpPr/>
          <p:nvPr/>
        </p:nvCxnSpPr>
        <p:spPr>
          <a:xfrm>
            <a:off x="7237876" y="6369482"/>
            <a:ext cx="254921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18">
            <a:extLst>
              <a:ext uri="{FF2B5EF4-FFF2-40B4-BE49-F238E27FC236}">
                <a16:creationId xmlns:a16="http://schemas.microsoft.com/office/drawing/2014/main" id="{38AD201E-0CFB-B8A4-367F-1CF8EE2EA9B7}"/>
              </a:ext>
            </a:extLst>
          </p:cNvPr>
          <p:cNvSpPr txBox="1"/>
          <p:nvPr/>
        </p:nvSpPr>
        <p:spPr>
          <a:xfrm>
            <a:off x="3798470" y="6476190"/>
            <a:ext cx="3094872" cy="261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4"/>
              </a:lnSpc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Certificate ID : &lt;&lt;</a:t>
            </a:r>
            <a:r>
              <a:rPr lang="en-US" sz="1400" dirty="0" err="1">
                <a:latin typeface="Poppins" panose="00000500000000000000" pitchFamily="2" charset="0"/>
                <a:cs typeface="Poppins" panose="00000500000000000000" pitchFamily="2" charset="0"/>
              </a:rPr>
              <a:t>CertificateID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&gt;&gt;0</a:t>
            </a:r>
            <a:endParaRPr lang="en-US" sz="1400" dirty="0">
              <a:latin typeface="Poppins" panose="00000500000000000000" pitchFamily="2" charset="0"/>
              <a:cs typeface="Poppins" panose="00000500000000000000" pitchFamily="2" charset="0"/>
              <a:sym typeface="Garet Bold"/>
            </a:endParaRP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B393955B-B8F2-D419-7457-83AAB5D9BAF8}"/>
              </a:ext>
            </a:extLst>
          </p:cNvPr>
          <p:cNvSpPr txBox="1"/>
          <p:nvPr/>
        </p:nvSpPr>
        <p:spPr>
          <a:xfrm>
            <a:off x="3801529" y="6773979"/>
            <a:ext cx="3088755" cy="261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224"/>
              </a:lnSpc>
              <a:defRPr sz="1588">
                <a:solidFill>
                  <a:srgbClr val="EF8200"/>
                </a:solidFill>
                <a:latin typeface="DM Sans"/>
              </a:defRPr>
            </a:lvl1pPr>
          </a:lstStyle>
          <a:p>
            <a:r>
              <a:rPr lang="en-US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Certificate Date : &lt;&lt;</a:t>
            </a:r>
            <a:r>
              <a:rPr lang="en-US" sz="14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IssueDate</a:t>
            </a:r>
            <a:r>
              <a:rPr lang="en-US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&gt;&gt; </a:t>
            </a:r>
            <a:endParaRPr lang="en-US" sz="14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  <a:sym typeface="Garet Bold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0D44DD7-F0F5-D6F0-C7CD-F5E74C211843}"/>
              </a:ext>
            </a:extLst>
          </p:cNvPr>
          <p:cNvSpPr/>
          <p:nvPr/>
        </p:nvSpPr>
        <p:spPr>
          <a:xfrm>
            <a:off x="4960788" y="36543"/>
            <a:ext cx="770237" cy="7702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rganizationLogo">
            <a:extLst>
              <a:ext uri="{FF2B5EF4-FFF2-40B4-BE49-F238E27FC236}">
                <a16:creationId xmlns:a16="http://schemas.microsoft.com/office/drawing/2014/main" id="{96258C14-4456-C9D3-17D4-5FBC06603E07}"/>
              </a:ext>
            </a:extLst>
          </p:cNvPr>
          <p:cNvSpPr/>
          <p:nvPr/>
        </p:nvSpPr>
        <p:spPr>
          <a:xfrm flipH="1">
            <a:off x="5026822" y="108796"/>
            <a:ext cx="638169" cy="6381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3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</TotalTime>
  <Words>40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Dreaming Outloud Script Pro</vt:lpstr>
      <vt:lpstr>Niconne</vt:lpstr>
      <vt:lpstr>Poppins</vt:lpstr>
      <vt:lpstr>Rastanty Cortez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Dhawale</dc:creator>
  <cp:lastModifiedBy>Satish Dhawale</cp:lastModifiedBy>
  <cp:revision>22</cp:revision>
  <dcterms:created xsi:type="dcterms:W3CDTF">2026-09-02T13:18:54Z</dcterms:created>
  <dcterms:modified xsi:type="dcterms:W3CDTF">2026-09-04T09:26:49Z</dcterms:modified>
</cp:coreProperties>
</file>