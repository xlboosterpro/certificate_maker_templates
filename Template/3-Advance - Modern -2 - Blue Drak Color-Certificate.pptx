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3"/>
  </p:notesMasterIdLst>
  <p:sldIdLst>
    <p:sldId id="256" r:id="rId2"/>
  </p:sldIdLst>
  <p:sldSz cx="10691813" cy="75596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92961"/>
    <a:srgbClr val="F4D799"/>
    <a:srgbClr val="00225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1301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8FDC76-651E-479A-9C70-7C5394F84D3B}" type="datetimeFigureOut">
              <a:rPr lang="en-IN" smtClean="0"/>
              <a:t>04-09-2026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46188" y="1143000"/>
            <a:ext cx="43656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41D155-11C8-4891-8AF8-5ECFE2A03F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29088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41D155-11C8-4891-8AF8-5ECFE2A03FCE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88488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1886" y="1237197"/>
            <a:ext cx="9088041" cy="2631887"/>
          </a:xfrm>
        </p:spPr>
        <p:txBody>
          <a:bodyPr anchor="b"/>
          <a:lstStyle>
            <a:lvl1pPr algn="ctr">
              <a:defRPr sz="6614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36477" y="3970580"/>
            <a:ext cx="8018860" cy="1825171"/>
          </a:xfrm>
        </p:spPr>
        <p:txBody>
          <a:bodyPr/>
          <a:lstStyle>
            <a:lvl1pPr marL="0" indent="0" algn="ctr">
              <a:buNone/>
              <a:defRPr sz="2646"/>
            </a:lvl1pPr>
            <a:lvl2pPr marL="503972" indent="0" algn="ctr">
              <a:buNone/>
              <a:defRPr sz="2205"/>
            </a:lvl2pPr>
            <a:lvl3pPr marL="1007943" indent="0" algn="ctr">
              <a:buNone/>
              <a:defRPr sz="1984"/>
            </a:lvl3pPr>
            <a:lvl4pPr marL="1511915" indent="0" algn="ctr">
              <a:buNone/>
              <a:defRPr sz="1764"/>
            </a:lvl4pPr>
            <a:lvl5pPr marL="2015886" indent="0" algn="ctr">
              <a:buNone/>
              <a:defRPr sz="1764"/>
            </a:lvl5pPr>
            <a:lvl6pPr marL="2519858" indent="0" algn="ctr">
              <a:buNone/>
              <a:defRPr sz="1764"/>
            </a:lvl6pPr>
            <a:lvl7pPr marL="3023829" indent="0" algn="ctr">
              <a:buNone/>
              <a:defRPr sz="1764"/>
            </a:lvl7pPr>
            <a:lvl8pPr marL="3527801" indent="0" algn="ctr">
              <a:buNone/>
              <a:defRPr sz="1764"/>
            </a:lvl8pPr>
            <a:lvl9pPr marL="4031772" indent="0" algn="ctr">
              <a:buNone/>
              <a:defRPr sz="1764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99D28-2731-4C33-B1B1-F64FA5D758DC}" type="datetimeFigureOut">
              <a:rPr lang="en-IN" smtClean="0"/>
              <a:t>04-09-2026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281C5-7078-42F7-9E1D-9AB6784451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21493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99D28-2731-4C33-B1B1-F64FA5D758DC}" type="datetimeFigureOut">
              <a:rPr lang="en-IN" smtClean="0"/>
              <a:t>04-09-2026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281C5-7078-42F7-9E1D-9AB6784451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94358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9494" y="1884671"/>
            <a:ext cx="9221689" cy="3144614"/>
          </a:xfrm>
        </p:spPr>
        <p:txBody>
          <a:bodyPr anchor="b"/>
          <a:lstStyle>
            <a:lvl1pPr>
              <a:defRPr sz="6614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9494" y="5059035"/>
            <a:ext cx="9221689" cy="1653678"/>
          </a:xfrm>
        </p:spPr>
        <p:txBody>
          <a:bodyPr/>
          <a:lstStyle>
            <a:lvl1pPr marL="0" indent="0">
              <a:buNone/>
              <a:defRPr sz="2646">
                <a:solidFill>
                  <a:schemeClr val="tx1">
                    <a:tint val="82000"/>
                  </a:schemeClr>
                </a:solidFill>
              </a:defRPr>
            </a:lvl1pPr>
            <a:lvl2pPr marL="503972" indent="0">
              <a:buNone/>
              <a:defRPr sz="2205">
                <a:solidFill>
                  <a:schemeClr val="tx1">
                    <a:tint val="82000"/>
                  </a:schemeClr>
                </a:solidFill>
              </a:defRPr>
            </a:lvl2pPr>
            <a:lvl3pPr marL="1007943" indent="0">
              <a:buNone/>
              <a:defRPr sz="1984">
                <a:solidFill>
                  <a:schemeClr val="tx1">
                    <a:tint val="82000"/>
                  </a:schemeClr>
                </a:solidFill>
              </a:defRPr>
            </a:lvl3pPr>
            <a:lvl4pPr marL="1511915" indent="0">
              <a:buNone/>
              <a:defRPr sz="1764">
                <a:solidFill>
                  <a:schemeClr val="tx1">
                    <a:tint val="82000"/>
                  </a:schemeClr>
                </a:solidFill>
              </a:defRPr>
            </a:lvl4pPr>
            <a:lvl5pPr marL="2015886" indent="0">
              <a:buNone/>
              <a:defRPr sz="1764">
                <a:solidFill>
                  <a:schemeClr val="tx1">
                    <a:tint val="82000"/>
                  </a:schemeClr>
                </a:solidFill>
              </a:defRPr>
            </a:lvl5pPr>
            <a:lvl6pPr marL="2519858" indent="0">
              <a:buNone/>
              <a:defRPr sz="1764">
                <a:solidFill>
                  <a:schemeClr val="tx1">
                    <a:tint val="82000"/>
                  </a:schemeClr>
                </a:solidFill>
              </a:defRPr>
            </a:lvl6pPr>
            <a:lvl7pPr marL="3023829" indent="0">
              <a:buNone/>
              <a:defRPr sz="1764">
                <a:solidFill>
                  <a:schemeClr val="tx1">
                    <a:tint val="82000"/>
                  </a:schemeClr>
                </a:solidFill>
              </a:defRPr>
            </a:lvl7pPr>
            <a:lvl8pPr marL="3527801" indent="0">
              <a:buNone/>
              <a:defRPr sz="1764">
                <a:solidFill>
                  <a:schemeClr val="tx1">
                    <a:tint val="82000"/>
                  </a:schemeClr>
                </a:solidFill>
              </a:defRPr>
            </a:lvl8pPr>
            <a:lvl9pPr marL="4031772" indent="0">
              <a:buNone/>
              <a:defRPr sz="1764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99D28-2731-4C33-B1B1-F64FA5D758DC}" type="datetimeFigureOut">
              <a:rPr lang="en-IN" smtClean="0"/>
              <a:t>04-09-2026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281C5-7078-42F7-9E1D-9AB6784451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24194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35062" y="2012414"/>
            <a:ext cx="4544021" cy="479654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12730" y="2012414"/>
            <a:ext cx="4544021" cy="479654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99D28-2731-4C33-B1B1-F64FA5D758DC}" type="datetimeFigureOut">
              <a:rPr lang="en-IN" smtClean="0"/>
              <a:t>04-09-2026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281C5-7078-42F7-9E1D-9AB6784451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44218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5" y="402484"/>
            <a:ext cx="9221689" cy="1461188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6456" y="1853171"/>
            <a:ext cx="4523137" cy="908210"/>
          </a:xfrm>
        </p:spPr>
        <p:txBody>
          <a:bodyPr anchor="b"/>
          <a:lstStyle>
            <a:lvl1pPr marL="0" indent="0">
              <a:buNone/>
              <a:defRPr sz="2646" b="1"/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36456" y="2761381"/>
            <a:ext cx="4523137" cy="406157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12731" y="1853171"/>
            <a:ext cx="4545413" cy="908210"/>
          </a:xfrm>
        </p:spPr>
        <p:txBody>
          <a:bodyPr anchor="b"/>
          <a:lstStyle>
            <a:lvl1pPr marL="0" indent="0">
              <a:buNone/>
              <a:defRPr sz="2646" b="1"/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12731" y="2761381"/>
            <a:ext cx="4545413" cy="406157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99D28-2731-4C33-B1B1-F64FA5D758DC}" type="datetimeFigureOut">
              <a:rPr lang="en-IN" smtClean="0"/>
              <a:t>04-09-2026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281C5-7078-42F7-9E1D-9AB6784451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35004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99D28-2731-4C33-B1B1-F64FA5D758DC}" type="datetimeFigureOut">
              <a:rPr lang="en-IN" smtClean="0"/>
              <a:t>04-09-2026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281C5-7078-42F7-9E1D-9AB6784451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36886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99D28-2731-4C33-B1B1-F64FA5D758DC}" type="datetimeFigureOut">
              <a:rPr lang="en-IN" smtClean="0"/>
              <a:t>04-09-2026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281C5-7078-42F7-9E1D-9AB6784451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95355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5" y="503978"/>
            <a:ext cx="3448388" cy="1763924"/>
          </a:xfrm>
        </p:spPr>
        <p:txBody>
          <a:bodyPr anchor="b"/>
          <a:lstStyle>
            <a:lvl1pPr>
              <a:defRPr sz="3527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45413" y="1088455"/>
            <a:ext cx="5412730" cy="5372269"/>
          </a:xfrm>
        </p:spPr>
        <p:txBody>
          <a:bodyPr/>
          <a:lstStyle>
            <a:lvl1pPr>
              <a:defRPr sz="3527"/>
            </a:lvl1pPr>
            <a:lvl2pPr>
              <a:defRPr sz="3086"/>
            </a:lvl2pPr>
            <a:lvl3pPr>
              <a:defRPr sz="2646"/>
            </a:lvl3pPr>
            <a:lvl4pPr>
              <a:defRPr sz="2205"/>
            </a:lvl4pPr>
            <a:lvl5pPr>
              <a:defRPr sz="2205"/>
            </a:lvl5pPr>
            <a:lvl6pPr>
              <a:defRPr sz="2205"/>
            </a:lvl6pPr>
            <a:lvl7pPr>
              <a:defRPr sz="2205"/>
            </a:lvl7pPr>
            <a:lvl8pPr>
              <a:defRPr sz="2205"/>
            </a:lvl8pPr>
            <a:lvl9pPr>
              <a:defRPr sz="2205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36455" y="2267902"/>
            <a:ext cx="3448388" cy="4201570"/>
          </a:xfrm>
        </p:spPr>
        <p:txBody>
          <a:bodyPr/>
          <a:lstStyle>
            <a:lvl1pPr marL="0" indent="0">
              <a:buNone/>
              <a:defRPr sz="1764"/>
            </a:lvl1pPr>
            <a:lvl2pPr marL="503972" indent="0">
              <a:buNone/>
              <a:defRPr sz="1543"/>
            </a:lvl2pPr>
            <a:lvl3pPr marL="1007943" indent="0">
              <a:buNone/>
              <a:defRPr sz="1323"/>
            </a:lvl3pPr>
            <a:lvl4pPr marL="1511915" indent="0">
              <a:buNone/>
              <a:defRPr sz="1102"/>
            </a:lvl4pPr>
            <a:lvl5pPr marL="2015886" indent="0">
              <a:buNone/>
              <a:defRPr sz="1102"/>
            </a:lvl5pPr>
            <a:lvl6pPr marL="2519858" indent="0">
              <a:buNone/>
              <a:defRPr sz="1102"/>
            </a:lvl6pPr>
            <a:lvl7pPr marL="3023829" indent="0">
              <a:buNone/>
              <a:defRPr sz="1102"/>
            </a:lvl7pPr>
            <a:lvl8pPr marL="3527801" indent="0">
              <a:buNone/>
              <a:defRPr sz="1102"/>
            </a:lvl8pPr>
            <a:lvl9pPr marL="4031772" indent="0">
              <a:buNone/>
              <a:defRPr sz="1102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99D28-2731-4C33-B1B1-F64FA5D758DC}" type="datetimeFigureOut">
              <a:rPr lang="en-IN" smtClean="0"/>
              <a:t>04-09-2026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281C5-7078-42F7-9E1D-9AB6784451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73052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5" y="503978"/>
            <a:ext cx="3448388" cy="1763924"/>
          </a:xfrm>
        </p:spPr>
        <p:txBody>
          <a:bodyPr anchor="b"/>
          <a:lstStyle>
            <a:lvl1pPr>
              <a:defRPr sz="3527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45413" y="1088455"/>
            <a:ext cx="5412730" cy="5372269"/>
          </a:xfrm>
        </p:spPr>
        <p:txBody>
          <a:bodyPr anchor="t"/>
          <a:lstStyle>
            <a:lvl1pPr marL="0" indent="0">
              <a:buNone/>
              <a:defRPr sz="3527"/>
            </a:lvl1pPr>
            <a:lvl2pPr marL="503972" indent="0">
              <a:buNone/>
              <a:defRPr sz="3086"/>
            </a:lvl2pPr>
            <a:lvl3pPr marL="1007943" indent="0">
              <a:buNone/>
              <a:defRPr sz="2646"/>
            </a:lvl3pPr>
            <a:lvl4pPr marL="1511915" indent="0">
              <a:buNone/>
              <a:defRPr sz="2205"/>
            </a:lvl4pPr>
            <a:lvl5pPr marL="2015886" indent="0">
              <a:buNone/>
              <a:defRPr sz="2205"/>
            </a:lvl5pPr>
            <a:lvl6pPr marL="2519858" indent="0">
              <a:buNone/>
              <a:defRPr sz="2205"/>
            </a:lvl6pPr>
            <a:lvl7pPr marL="3023829" indent="0">
              <a:buNone/>
              <a:defRPr sz="2205"/>
            </a:lvl7pPr>
            <a:lvl8pPr marL="3527801" indent="0">
              <a:buNone/>
              <a:defRPr sz="2205"/>
            </a:lvl8pPr>
            <a:lvl9pPr marL="4031772" indent="0">
              <a:buNone/>
              <a:defRPr sz="2205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36455" y="2267902"/>
            <a:ext cx="3448388" cy="4201570"/>
          </a:xfrm>
        </p:spPr>
        <p:txBody>
          <a:bodyPr/>
          <a:lstStyle>
            <a:lvl1pPr marL="0" indent="0">
              <a:buNone/>
              <a:defRPr sz="1764"/>
            </a:lvl1pPr>
            <a:lvl2pPr marL="503972" indent="0">
              <a:buNone/>
              <a:defRPr sz="1543"/>
            </a:lvl2pPr>
            <a:lvl3pPr marL="1007943" indent="0">
              <a:buNone/>
              <a:defRPr sz="1323"/>
            </a:lvl3pPr>
            <a:lvl4pPr marL="1511915" indent="0">
              <a:buNone/>
              <a:defRPr sz="1102"/>
            </a:lvl4pPr>
            <a:lvl5pPr marL="2015886" indent="0">
              <a:buNone/>
              <a:defRPr sz="1102"/>
            </a:lvl5pPr>
            <a:lvl6pPr marL="2519858" indent="0">
              <a:buNone/>
              <a:defRPr sz="1102"/>
            </a:lvl6pPr>
            <a:lvl7pPr marL="3023829" indent="0">
              <a:buNone/>
              <a:defRPr sz="1102"/>
            </a:lvl7pPr>
            <a:lvl8pPr marL="3527801" indent="0">
              <a:buNone/>
              <a:defRPr sz="1102"/>
            </a:lvl8pPr>
            <a:lvl9pPr marL="4031772" indent="0">
              <a:buNone/>
              <a:defRPr sz="1102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99D28-2731-4C33-B1B1-F64FA5D758DC}" type="datetimeFigureOut">
              <a:rPr lang="en-IN" smtClean="0"/>
              <a:t>04-09-2026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281C5-7078-42F7-9E1D-9AB6784451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01281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99D28-2731-4C33-B1B1-F64FA5D758DC}" type="datetimeFigureOut">
              <a:rPr lang="en-IN" smtClean="0"/>
              <a:t>04-09-2026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281C5-7078-42F7-9E1D-9AB6784451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77470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51329" y="402483"/>
            <a:ext cx="2305422" cy="640647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35063" y="402483"/>
            <a:ext cx="6782619" cy="6406475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99D28-2731-4C33-B1B1-F64FA5D758DC}" type="datetimeFigureOut">
              <a:rPr lang="en-IN" smtClean="0"/>
              <a:t>04-09-2026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281C5-7078-42F7-9E1D-9AB6784451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55837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35062" y="402484"/>
            <a:ext cx="9221689" cy="14611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5062" y="2012414"/>
            <a:ext cx="9221689" cy="47965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5062" y="7006700"/>
            <a:ext cx="2405658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2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0F99D28-2731-4C33-B1B1-F64FA5D758DC}" type="datetimeFigureOut">
              <a:rPr lang="en-IN" smtClean="0"/>
              <a:t>04-09-2026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41663" y="7006700"/>
            <a:ext cx="3608487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2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51093" y="7006700"/>
            <a:ext cx="2405658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2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38281C5-7078-42F7-9E1D-9AB6784451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34427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1007943" rtl="0" eaLnBrk="1" latinLnBrk="0" hangingPunct="1">
        <a:lnSpc>
          <a:spcPct val="90000"/>
        </a:lnSpc>
        <a:spcBef>
          <a:spcPct val="0"/>
        </a:spcBef>
        <a:buNone/>
        <a:defRPr sz="48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1986" indent="-251986" algn="l" defTabSz="1007943" rtl="0" eaLnBrk="1" latinLnBrk="0" hangingPunct="1">
        <a:lnSpc>
          <a:spcPct val="90000"/>
        </a:lnSpc>
        <a:spcBef>
          <a:spcPts val="1102"/>
        </a:spcBef>
        <a:buFont typeface="Arial" panose="020B0604020202020204" pitchFamily="34" charset="0"/>
        <a:buChar char="•"/>
        <a:defRPr sz="3086" kern="1200">
          <a:solidFill>
            <a:schemeClr val="tx1"/>
          </a:solidFill>
          <a:latin typeface="+mn-lt"/>
          <a:ea typeface="+mn-ea"/>
          <a:cs typeface="+mn-cs"/>
        </a:defRPr>
      </a:lvl1pPr>
      <a:lvl2pPr marL="755957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2646" kern="1200">
          <a:solidFill>
            <a:schemeClr val="tx1"/>
          </a:solidFill>
          <a:latin typeface="+mn-lt"/>
          <a:ea typeface="+mn-ea"/>
          <a:cs typeface="+mn-cs"/>
        </a:defRPr>
      </a:lvl2pPr>
      <a:lvl3pPr marL="1259929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2205" kern="1200">
          <a:solidFill>
            <a:schemeClr val="tx1"/>
          </a:solidFill>
          <a:latin typeface="+mn-lt"/>
          <a:ea typeface="+mn-ea"/>
          <a:cs typeface="+mn-cs"/>
        </a:defRPr>
      </a:lvl3pPr>
      <a:lvl4pPr marL="1763900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4pPr>
      <a:lvl5pPr marL="2267872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5pPr>
      <a:lvl6pPr marL="2771844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275815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779787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283758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1pPr>
      <a:lvl2pPr marL="503972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2pPr>
      <a:lvl3pPr marL="1007943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3pPr>
      <a:lvl4pPr marL="1511915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4pPr>
      <a:lvl5pPr marL="2015886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5pPr>
      <a:lvl6pPr marL="2519858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023829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527801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031772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0791104-9794-3092-ABE5-96348EDC47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81"/>
            <a:ext cx="10691813" cy="7559112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336" y="0"/>
            <a:ext cx="10689140" cy="75596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4" name="TextBox 4">
            <a:extLst>
              <a:ext uri="{FF2B5EF4-FFF2-40B4-BE49-F238E27FC236}">
                <a16:creationId xmlns:a16="http://schemas.microsoft.com/office/drawing/2014/main" id="{42DFAABE-172B-D263-CF25-A0B96FFDF1DC}"/>
              </a:ext>
            </a:extLst>
          </p:cNvPr>
          <p:cNvSpPr txBox="1"/>
          <p:nvPr/>
        </p:nvSpPr>
        <p:spPr>
          <a:xfrm>
            <a:off x="1195937" y="3595228"/>
            <a:ext cx="8299939" cy="5539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3600" dirty="0">
                <a:latin typeface="Niconne" panose="02000505050000020002" pitchFamily="2" charset="0"/>
              </a:rPr>
              <a:t>&lt;&lt;</a:t>
            </a:r>
            <a:r>
              <a:rPr lang="en-US" sz="3600" dirty="0" err="1">
                <a:latin typeface="Niconne" panose="02000505050000020002" pitchFamily="2" charset="0"/>
              </a:rPr>
              <a:t>CandidateName</a:t>
            </a:r>
            <a:r>
              <a:rPr lang="en-US" sz="3600" dirty="0">
                <a:latin typeface="Niconne" panose="02000505050000020002" pitchFamily="2" charset="0"/>
              </a:rPr>
              <a:t>&gt;&gt;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22E73D90-794F-180B-EB0E-4335577285C4}"/>
              </a:ext>
            </a:extLst>
          </p:cNvPr>
          <p:cNvSpPr txBox="1"/>
          <p:nvPr/>
        </p:nvSpPr>
        <p:spPr>
          <a:xfrm>
            <a:off x="1195937" y="3012193"/>
            <a:ext cx="8299939" cy="2882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600" dirty="0">
                <a:latin typeface="Poppins" panose="00000500000000000000" pitchFamily="2" charset="0"/>
                <a:cs typeface="Poppins" panose="00000500000000000000" pitchFamily="2" charset="0"/>
                <a:sym typeface="TT Hoves Bold"/>
              </a:rPr>
              <a:t>&lt;&lt;</a:t>
            </a:r>
            <a:r>
              <a:rPr lang="en-US" sz="1600" dirty="0" err="1">
                <a:latin typeface="Poppins" panose="00000500000000000000" pitchFamily="2" charset="0"/>
                <a:cs typeface="Poppins" panose="00000500000000000000" pitchFamily="2" charset="0"/>
                <a:sym typeface="TT Hoves Bold"/>
              </a:rPr>
              <a:t>CertificateSubtitle</a:t>
            </a:r>
            <a:r>
              <a:rPr lang="en-US" sz="1600" dirty="0">
                <a:latin typeface="Poppins" panose="00000500000000000000" pitchFamily="2" charset="0"/>
                <a:cs typeface="Poppins" panose="00000500000000000000" pitchFamily="2" charset="0"/>
                <a:sym typeface="TT Hoves Bold"/>
              </a:rPr>
              <a:t>&gt;&gt;  </a:t>
            </a:r>
          </a:p>
        </p:txBody>
      </p:sp>
      <p:sp>
        <p:nvSpPr>
          <p:cNvPr id="20" name="TextBox 18">
            <a:extLst>
              <a:ext uri="{FF2B5EF4-FFF2-40B4-BE49-F238E27FC236}">
                <a16:creationId xmlns:a16="http://schemas.microsoft.com/office/drawing/2014/main" id="{B98BFC2E-A765-40CF-0A68-5549790267AB}"/>
              </a:ext>
            </a:extLst>
          </p:cNvPr>
          <p:cNvSpPr txBox="1"/>
          <p:nvPr/>
        </p:nvSpPr>
        <p:spPr>
          <a:xfrm>
            <a:off x="1195937" y="4200378"/>
            <a:ext cx="8299939" cy="4667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1300" dirty="0">
                <a:latin typeface="Poppins" panose="00000500000000000000" pitchFamily="2" charset="0"/>
                <a:cs typeface="Poppins" panose="00000500000000000000" pitchFamily="2" charset="0"/>
                <a:sym typeface="TT Hoves"/>
              </a:rPr>
              <a:t>has successfully completed the </a:t>
            </a:r>
            <a:r>
              <a:rPr lang="en-US" sz="1300" b="1" dirty="0">
                <a:latin typeface="Poppins" panose="00000500000000000000" pitchFamily="2" charset="0"/>
                <a:cs typeface="Poppins" panose="00000500000000000000" pitchFamily="2" charset="0"/>
                <a:sym typeface="TT Hoves"/>
              </a:rPr>
              <a:t>&lt;&lt;</a:t>
            </a:r>
            <a:r>
              <a:rPr lang="en-US" sz="1300" b="1" dirty="0" err="1">
                <a:latin typeface="Poppins" panose="00000500000000000000" pitchFamily="2" charset="0"/>
                <a:cs typeface="Poppins" panose="00000500000000000000" pitchFamily="2" charset="0"/>
                <a:sym typeface="TT Hoves"/>
              </a:rPr>
              <a:t>CourseName</a:t>
            </a:r>
            <a:r>
              <a:rPr lang="en-US" sz="1300" b="1" dirty="0">
                <a:latin typeface="Poppins" panose="00000500000000000000" pitchFamily="2" charset="0"/>
                <a:cs typeface="Poppins" panose="00000500000000000000" pitchFamily="2" charset="0"/>
                <a:sym typeface="TT Hoves"/>
              </a:rPr>
              <a:t>&gt;&gt; </a:t>
            </a:r>
            <a:r>
              <a:rPr lang="en-US" sz="1300" dirty="0">
                <a:latin typeface="Poppins" panose="00000500000000000000" pitchFamily="2" charset="0"/>
                <a:cs typeface="Poppins" panose="00000500000000000000" pitchFamily="2" charset="0"/>
                <a:sym typeface="TT Hoves"/>
              </a:rPr>
              <a:t>course and has been awarded Grade </a:t>
            </a:r>
            <a:r>
              <a:rPr lang="en-US" sz="1300" b="1" dirty="0">
                <a:latin typeface="Poppins" panose="00000500000000000000" pitchFamily="2" charset="0"/>
                <a:cs typeface="Poppins" panose="00000500000000000000" pitchFamily="2" charset="0"/>
                <a:sym typeface="TT Hoves"/>
              </a:rPr>
              <a:t>&lt;&lt;Grade&gt;&gt; </a:t>
            </a:r>
            <a:r>
              <a:rPr lang="en-US" sz="1300" dirty="0">
                <a:latin typeface="Poppins" panose="00000500000000000000" pitchFamily="2" charset="0"/>
                <a:cs typeface="Poppins" panose="00000500000000000000" pitchFamily="2" charset="0"/>
                <a:sym typeface="TT Hoves"/>
              </a:rPr>
              <a:t>for securing </a:t>
            </a:r>
            <a:r>
              <a:rPr lang="en-US" sz="1300" b="1" dirty="0">
                <a:latin typeface="Poppins" panose="00000500000000000000" pitchFamily="2" charset="0"/>
                <a:cs typeface="Poppins" panose="00000500000000000000" pitchFamily="2" charset="0"/>
                <a:sym typeface="TT Hoves"/>
              </a:rPr>
              <a:t>&lt;&lt;Percentage&gt;&gt;% </a:t>
            </a:r>
            <a:r>
              <a:rPr lang="en-US" sz="1300" dirty="0">
                <a:latin typeface="Poppins" panose="00000500000000000000" pitchFamily="2" charset="0"/>
                <a:cs typeface="Poppins" panose="00000500000000000000" pitchFamily="2" charset="0"/>
                <a:sym typeface="TT Hoves"/>
              </a:rPr>
              <a:t>marks.</a:t>
            </a:r>
          </a:p>
        </p:txBody>
      </p:sp>
      <p:sp>
        <p:nvSpPr>
          <p:cNvPr id="22" name="TextBox 19">
            <a:extLst>
              <a:ext uri="{FF2B5EF4-FFF2-40B4-BE49-F238E27FC236}">
                <a16:creationId xmlns:a16="http://schemas.microsoft.com/office/drawing/2014/main" id="{3B041303-EA61-726D-ECAC-83111859E5C9}"/>
              </a:ext>
            </a:extLst>
          </p:cNvPr>
          <p:cNvSpPr txBox="1"/>
          <p:nvPr/>
        </p:nvSpPr>
        <p:spPr>
          <a:xfrm>
            <a:off x="6922219" y="6402338"/>
            <a:ext cx="3032128" cy="2148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714"/>
              </a:lnSpc>
            </a:pPr>
            <a:r>
              <a:rPr lang="en-US" sz="1200" i="1" dirty="0">
                <a:latin typeface="Poppins" panose="00000500000000000000" pitchFamily="2" charset="0"/>
                <a:cs typeface="Poppins" panose="00000500000000000000" pitchFamily="2" charset="0"/>
              </a:rPr>
              <a:t>&lt;&lt;</a:t>
            </a:r>
            <a:r>
              <a:rPr lang="en-US" sz="1200" i="1" dirty="0" err="1">
                <a:latin typeface="Poppins" panose="00000500000000000000" pitchFamily="2" charset="0"/>
                <a:cs typeface="Poppins" panose="00000500000000000000" pitchFamily="2" charset="0"/>
              </a:rPr>
              <a:t>AuthorityName</a:t>
            </a:r>
            <a:r>
              <a:rPr lang="en-US" sz="1200" i="1" dirty="0">
                <a:latin typeface="Poppins" panose="00000500000000000000" pitchFamily="2" charset="0"/>
                <a:cs typeface="Poppins" panose="00000500000000000000" pitchFamily="2" charset="0"/>
              </a:rPr>
              <a:t>&gt;&gt;</a:t>
            </a:r>
            <a:endParaRPr lang="en-US" sz="1200" i="1" dirty="0">
              <a:latin typeface="Poppins" panose="00000500000000000000" pitchFamily="2" charset="0"/>
              <a:cs typeface="Poppins" panose="00000500000000000000" pitchFamily="2" charset="0"/>
              <a:sym typeface="Garet Bold"/>
            </a:endParaRPr>
          </a:p>
        </p:txBody>
      </p:sp>
      <p:sp>
        <p:nvSpPr>
          <p:cNvPr id="24" name="TextBox 21">
            <a:extLst>
              <a:ext uri="{FF2B5EF4-FFF2-40B4-BE49-F238E27FC236}">
                <a16:creationId xmlns:a16="http://schemas.microsoft.com/office/drawing/2014/main" id="{FF2C49A4-CB5F-002A-85EC-5A6C5FDF3DA3}"/>
              </a:ext>
            </a:extLst>
          </p:cNvPr>
          <p:cNvSpPr txBox="1"/>
          <p:nvPr/>
        </p:nvSpPr>
        <p:spPr>
          <a:xfrm>
            <a:off x="6962292" y="6647840"/>
            <a:ext cx="3008205" cy="2148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714"/>
              </a:lnSpc>
            </a:pPr>
            <a:r>
              <a:rPr lang="en-US" sz="1200" i="1" dirty="0">
                <a:latin typeface="Poppins" panose="00000500000000000000" pitchFamily="2" charset="0"/>
                <a:cs typeface="Poppins" panose="00000500000000000000" pitchFamily="2" charset="0"/>
              </a:rPr>
              <a:t>&lt;&lt;</a:t>
            </a:r>
            <a:r>
              <a:rPr lang="en-US" sz="1200" i="1" dirty="0" err="1">
                <a:latin typeface="Poppins" panose="00000500000000000000" pitchFamily="2" charset="0"/>
                <a:cs typeface="Poppins" panose="00000500000000000000" pitchFamily="2" charset="0"/>
              </a:rPr>
              <a:t>AuthorityDesignation</a:t>
            </a:r>
            <a:r>
              <a:rPr lang="en-US" sz="1200" i="1" dirty="0">
                <a:latin typeface="Poppins" panose="00000500000000000000" pitchFamily="2" charset="0"/>
                <a:cs typeface="Poppins" panose="00000500000000000000" pitchFamily="2" charset="0"/>
              </a:rPr>
              <a:t>&gt;&gt;</a:t>
            </a:r>
            <a:endParaRPr lang="en-US" sz="1200" i="1" dirty="0">
              <a:latin typeface="Poppins" panose="00000500000000000000" pitchFamily="2" charset="0"/>
              <a:cs typeface="Poppins" panose="00000500000000000000" pitchFamily="2" charset="0"/>
              <a:sym typeface="Garet"/>
            </a:endParaRPr>
          </a:p>
        </p:txBody>
      </p:sp>
      <p:sp>
        <p:nvSpPr>
          <p:cNvPr id="26" name="TextBox 11">
            <a:extLst>
              <a:ext uri="{FF2B5EF4-FFF2-40B4-BE49-F238E27FC236}">
                <a16:creationId xmlns:a16="http://schemas.microsoft.com/office/drawing/2014/main" id="{EA3400A3-215C-4E63-A0D1-1E2AD7CECC4A}"/>
              </a:ext>
            </a:extLst>
          </p:cNvPr>
          <p:cNvSpPr txBox="1"/>
          <p:nvPr/>
        </p:nvSpPr>
        <p:spPr>
          <a:xfrm>
            <a:off x="1827383" y="1309322"/>
            <a:ext cx="7037047" cy="3077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&lt;&lt;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OrganizationName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&gt;&gt; 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  <a:sym typeface="Garet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D7CE947B-B004-F193-527D-81C2F96AFF3F}"/>
              </a:ext>
            </a:extLst>
          </p:cNvPr>
          <p:cNvSpPr/>
          <p:nvPr/>
        </p:nvSpPr>
        <p:spPr>
          <a:xfrm>
            <a:off x="1715536" y="5521332"/>
            <a:ext cx="1080000" cy="1080000"/>
          </a:xfrm>
          <a:prstGeom prst="roundRect">
            <a:avLst>
              <a:gd name="adj" fmla="val 5411"/>
            </a:avLst>
          </a:prstGeom>
          <a:solidFill>
            <a:srgbClr val="F4D79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/>
          </a:p>
        </p:txBody>
      </p:sp>
      <p:sp>
        <p:nvSpPr>
          <p:cNvPr id="28" name="QRCode">
            <a:extLst>
              <a:ext uri="{FF2B5EF4-FFF2-40B4-BE49-F238E27FC236}">
                <a16:creationId xmlns:a16="http://schemas.microsoft.com/office/drawing/2014/main" id="{E45E4E52-AD7B-74E0-E515-E75FA6C06131}"/>
              </a:ext>
            </a:extLst>
          </p:cNvPr>
          <p:cNvSpPr/>
          <p:nvPr/>
        </p:nvSpPr>
        <p:spPr>
          <a:xfrm>
            <a:off x="1769536" y="5575332"/>
            <a:ext cx="972000" cy="972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18">
            <a:extLst>
              <a:ext uri="{FF2B5EF4-FFF2-40B4-BE49-F238E27FC236}">
                <a16:creationId xmlns:a16="http://schemas.microsoft.com/office/drawing/2014/main" id="{A09CC3C4-DA49-B3DD-CD31-86F75A02EE18}"/>
              </a:ext>
            </a:extLst>
          </p:cNvPr>
          <p:cNvSpPr txBox="1"/>
          <p:nvPr/>
        </p:nvSpPr>
        <p:spPr>
          <a:xfrm>
            <a:off x="3798470" y="6380464"/>
            <a:ext cx="3094872" cy="2546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224"/>
              </a:lnSpc>
            </a:pPr>
            <a:r>
              <a:rPr lang="en-US" sz="1100" dirty="0">
                <a:latin typeface="Poppins" panose="00000500000000000000" pitchFamily="2" charset="0"/>
                <a:cs typeface="Poppins" panose="00000500000000000000" pitchFamily="2" charset="0"/>
              </a:rPr>
              <a:t>Certificate ID : &lt;&lt;</a:t>
            </a:r>
            <a:r>
              <a:rPr lang="en-US" sz="1100" dirty="0" err="1">
                <a:latin typeface="Poppins" panose="00000500000000000000" pitchFamily="2" charset="0"/>
                <a:cs typeface="Poppins" panose="00000500000000000000" pitchFamily="2" charset="0"/>
              </a:rPr>
              <a:t>CertificateID</a:t>
            </a:r>
            <a:r>
              <a:rPr lang="en-US" sz="1100" dirty="0">
                <a:latin typeface="Poppins" panose="00000500000000000000" pitchFamily="2" charset="0"/>
                <a:cs typeface="Poppins" panose="00000500000000000000" pitchFamily="2" charset="0"/>
              </a:rPr>
              <a:t>&gt;&gt;</a:t>
            </a:r>
            <a:endParaRPr lang="en-US" sz="1100" dirty="0">
              <a:latin typeface="Poppins" panose="00000500000000000000" pitchFamily="2" charset="0"/>
              <a:cs typeface="Poppins" panose="00000500000000000000" pitchFamily="2" charset="0"/>
              <a:sym typeface="Garet Bold"/>
            </a:endParaRPr>
          </a:p>
        </p:txBody>
      </p:sp>
      <p:sp>
        <p:nvSpPr>
          <p:cNvPr id="34" name="ISOLogo">
            <a:extLst>
              <a:ext uri="{FF2B5EF4-FFF2-40B4-BE49-F238E27FC236}">
                <a16:creationId xmlns:a16="http://schemas.microsoft.com/office/drawing/2014/main" id="{5EE9F99F-03FB-85B8-FCC1-B513F77CE95C}"/>
              </a:ext>
            </a:extLst>
          </p:cNvPr>
          <p:cNvSpPr/>
          <p:nvPr/>
        </p:nvSpPr>
        <p:spPr>
          <a:xfrm>
            <a:off x="4764707" y="5079792"/>
            <a:ext cx="1162399" cy="116239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AuthoritySignature">
            <a:extLst>
              <a:ext uri="{FF2B5EF4-FFF2-40B4-BE49-F238E27FC236}">
                <a16:creationId xmlns:a16="http://schemas.microsoft.com/office/drawing/2014/main" id="{F964FFCF-78F3-A59E-5ADA-151DCAA87E89}"/>
              </a:ext>
            </a:extLst>
          </p:cNvPr>
          <p:cNvSpPr/>
          <p:nvPr/>
        </p:nvSpPr>
        <p:spPr>
          <a:xfrm>
            <a:off x="7469444" y="5732083"/>
            <a:ext cx="2009823" cy="54679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>
              <a:solidFill>
                <a:srgbClr val="194FA5"/>
              </a:solidFill>
              <a:latin typeface="Rastanty Cortez" panose="02000506000000020003" pitchFamily="2" charset="0"/>
            </a:endParaRPr>
          </a:p>
        </p:txBody>
      </p:sp>
      <p:sp>
        <p:nvSpPr>
          <p:cNvPr id="38" name="TextBox 20">
            <a:extLst>
              <a:ext uri="{FF2B5EF4-FFF2-40B4-BE49-F238E27FC236}">
                <a16:creationId xmlns:a16="http://schemas.microsoft.com/office/drawing/2014/main" id="{044CD3B8-6D47-DAC4-9288-5D9A7E6BCC0F}"/>
              </a:ext>
            </a:extLst>
          </p:cNvPr>
          <p:cNvSpPr txBox="1"/>
          <p:nvPr/>
        </p:nvSpPr>
        <p:spPr>
          <a:xfrm>
            <a:off x="6657730" y="6038756"/>
            <a:ext cx="3546473" cy="2616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dirty="0">
                <a:latin typeface="Dreaming Outloud Script Pro" panose="03050502040304050704" pitchFamily="66" charset="0"/>
                <a:ea typeface="TT Hoves"/>
                <a:cs typeface="Dreaming Outloud Script Pro" panose="03050502040304050704" pitchFamily="66" charset="0"/>
                <a:sym typeface="TT Hoves"/>
              </a:rPr>
              <a:t>&lt;&lt;</a:t>
            </a:r>
            <a:r>
              <a:rPr lang="en-US" dirty="0" err="1">
                <a:latin typeface="Dreaming Outloud Script Pro" panose="03050502040304050704" pitchFamily="66" charset="0"/>
                <a:ea typeface="TT Hoves"/>
                <a:cs typeface="Dreaming Outloud Script Pro" panose="03050502040304050704" pitchFamily="66" charset="0"/>
                <a:sym typeface="TT Hoves"/>
              </a:rPr>
              <a:t>AuthoritySignatureText</a:t>
            </a:r>
            <a:r>
              <a:rPr lang="en-US" dirty="0">
                <a:latin typeface="Dreaming Outloud Script Pro" panose="03050502040304050704" pitchFamily="66" charset="0"/>
                <a:ea typeface="TT Hoves"/>
                <a:cs typeface="Dreaming Outloud Script Pro" panose="03050502040304050704" pitchFamily="66" charset="0"/>
                <a:sym typeface="TT Hoves"/>
              </a:rPr>
              <a:t>&gt;&gt;</a:t>
            </a:r>
          </a:p>
        </p:txBody>
      </p:sp>
      <p:sp>
        <p:nvSpPr>
          <p:cNvPr id="40" name="TextBox 18">
            <a:extLst>
              <a:ext uri="{FF2B5EF4-FFF2-40B4-BE49-F238E27FC236}">
                <a16:creationId xmlns:a16="http://schemas.microsoft.com/office/drawing/2014/main" id="{025E4A82-7009-98B6-8570-3CD52F09969E}"/>
              </a:ext>
            </a:extLst>
          </p:cNvPr>
          <p:cNvSpPr txBox="1"/>
          <p:nvPr/>
        </p:nvSpPr>
        <p:spPr>
          <a:xfrm>
            <a:off x="3801529" y="6642581"/>
            <a:ext cx="3088755" cy="2510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algn="ctr">
              <a:lnSpc>
                <a:spcPts val="2224"/>
              </a:lnSpc>
              <a:defRPr sz="1588">
                <a:solidFill>
                  <a:srgbClr val="EF8200"/>
                </a:solidFill>
                <a:latin typeface="DM Sans"/>
              </a:defRPr>
            </a:lvl1pPr>
          </a:lstStyle>
          <a:p>
            <a:r>
              <a:rPr lang="en-US" sz="11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Certificate Date : &lt;&lt;</a:t>
            </a:r>
            <a:r>
              <a:rPr lang="en-US" sz="11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IssueDate</a:t>
            </a:r>
            <a:r>
              <a:rPr lang="en-US" sz="11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&gt;&gt; </a:t>
            </a:r>
            <a:endParaRPr lang="en-US" sz="1100" dirty="0">
              <a:solidFill>
                <a:schemeClr val="tx1"/>
              </a:solidFill>
              <a:latin typeface="Poppins" panose="00000500000000000000" pitchFamily="2" charset="0"/>
              <a:cs typeface="Poppins" panose="00000500000000000000" pitchFamily="2" charset="0"/>
              <a:sym typeface="Garet Bold"/>
            </a:endParaRPr>
          </a:p>
        </p:txBody>
      </p:sp>
      <p:sp>
        <p:nvSpPr>
          <p:cNvPr id="42" name="TextBox 21">
            <a:extLst>
              <a:ext uri="{FF2B5EF4-FFF2-40B4-BE49-F238E27FC236}">
                <a16:creationId xmlns:a16="http://schemas.microsoft.com/office/drawing/2014/main" id="{31404196-43B2-412B-B3B3-2FEE0A122A57}"/>
              </a:ext>
            </a:extLst>
          </p:cNvPr>
          <p:cNvSpPr txBox="1"/>
          <p:nvPr/>
        </p:nvSpPr>
        <p:spPr>
          <a:xfrm>
            <a:off x="1662548" y="6588132"/>
            <a:ext cx="1183782" cy="2555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224"/>
              </a:lnSpc>
            </a:pPr>
            <a:r>
              <a:rPr lang="en-US" sz="1100" dirty="0">
                <a:latin typeface="+mj-lt"/>
              </a:rPr>
              <a:t>Scan to Validate</a:t>
            </a:r>
            <a:endParaRPr lang="en-US" sz="1100" dirty="0">
              <a:latin typeface="+mj-lt"/>
              <a:sym typeface="TT Hoves"/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2BBB7DDF-37D4-D709-15C7-6BD78A9776FC}"/>
              </a:ext>
            </a:extLst>
          </p:cNvPr>
          <p:cNvSpPr/>
          <p:nvPr/>
        </p:nvSpPr>
        <p:spPr>
          <a:xfrm>
            <a:off x="5018156" y="608767"/>
            <a:ext cx="655500" cy="6555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4" name="OrganizationLogo">
            <a:extLst>
              <a:ext uri="{FF2B5EF4-FFF2-40B4-BE49-F238E27FC236}">
                <a16:creationId xmlns:a16="http://schemas.microsoft.com/office/drawing/2014/main" id="{D7B63772-6409-A42E-F57E-E4858E0C0256}"/>
              </a:ext>
            </a:extLst>
          </p:cNvPr>
          <p:cNvSpPr/>
          <p:nvPr/>
        </p:nvSpPr>
        <p:spPr>
          <a:xfrm flipH="1">
            <a:off x="5061287" y="651897"/>
            <a:ext cx="569238" cy="56923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Box 18">
            <a:extLst>
              <a:ext uri="{FF2B5EF4-FFF2-40B4-BE49-F238E27FC236}">
                <a16:creationId xmlns:a16="http://schemas.microsoft.com/office/drawing/2014/main" id="{4671537B-1BE8-3581-6D59-42803F37F82A}"/>
              </a:ext>
            </a:extLst>
          </p:cNvPr>
          <p:cNvSpPr txBox="1"/>
          <p:nvPr/>
        </p:nvSpPr>
        <p:spPr>
          <a:xfrm>
            <a:off x="563880" y="7332795"/>
            <a:ext cx="9153059" cy="1384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9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Web : &lt;&lt;Website&gt;&gt;  |  Phone : &lt;&lt;Phone&gt;&gt;  |  Email : &lt;&lt;Email&gt;&gt;  |   Address : &lt;&lt;Address&gt;&gt;</a:t>
            </a:r>
            <a:endParaRPr lang="en-US" sz="9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  <a:sym typeface="Garet Bold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6569C4C-6F0E-B0C5-AA59-E2D28C8828D7}"/>
              </a:ext>
            </a:extLst>
          </p:cNvPr>
          <p:cNvSpPr txBox="1"/>
          <p:nvPr/>
        </p:nvSpPr>
        <p:spPr>
          <a:xfrm>
            <a:off x="1827383" y="1554193"/>
            <a:ext cx="703704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CERTIFICATE</a:t>
            </a:r>
            <a:endParaRPr lang="en-IN" sz="4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ED86BE2-32E6-DE4A-F1C8-52C1476905E8}"/>
              </a:ext>
            </a:extLst>
          </p:cNvPr>
          <p:cNvSpPr txBox="1"/>
          <p:nvPr/>
        </p:nvSpPr>
        <p:spPr>
          <a:xfrm>
            <a:off x="2848891" y="2394705"/>
            <a:ext cx="49940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COMPLETION 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93150ED-0799-B99B-8A4B-FB4D5074C158}"/>
              </a:ext>
            </a:extLst>
          </p:cNvPr>
          <p:cNvCxnSpPr>
            <a:cxnSpLocks/>
          </p:cNvCxnSpPr>
          <p:nvPr/>
        </p:nvCxnSpPr>
        <p:spPr>
          <a:xfrm>
            <a:off x="4092944" y="2764779"/>
            <a:ext cx="2505924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899106E-C341-A90E-D2D1-DA6D3E414842}"/>
              </a:ext>
            </a:extLst>
          </p:cNvPr>
          <p:cNvCxnSpPr>
            <a:cxnSpLocks/>
          </p:cNvCxnSpPr>
          <p:nvPr/>
        </p:nvCxnSpPr>
        <p:spPr>
          <a:xfrm>
            <a:off x="2235941" y="4132288"/>
            <a:ext cx="6219930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2D9678E2-D483-0988-A962-8F3D8F57F63A}"/>
              </a:ext>
            </a:extLst>
          </p:cNvPr>
          <p:cNvCxnSpPr/>
          <p:nvPr/>
        </p:nvCxnSpPr>
        <p:spPr>
          <a:xfrm>
            <a:off x="7150104" y="6350119"/>
            <a:ext cx="2505924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86135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96</TotalTime>
  <Words>83</Words>
  <Application>Microsoft Office PowerPoint</Application>
  <PresentationFormat>Custom</PresentationFormat>
  <Paragraphs>14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0" baseType="lpstr">
      <vt:lpstr>Aptos</vt:lpstr>
      <vt:lpstr>Aptos Display</vt:lpstr>
      <vt:lpstr>Arial</vt:lpstr>
      <vt:lpstr>Dreaming Outloud Script Pro</vt:lpstr>
      <vt:lpstr>Niconne</vt:lpstr>
      <vt:lpstr>Poppins</vt:lpstr>
      <vt:lpstr>Rastanty Cortez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Satish Dhawale</dc:creator>
  <cp:lastModifiedBy>Satish Dhawale</cp:lastModifiedBy>
  <cp:revision>45</cp:revision>
  <dcterms:created xsi:type="dcterms:W3CDTF">2026-09-02T13:18:54Z</dcterms:created>
  <dcterms:modified xsi:type="dcterms:W3CDTF">2026-09-04T09:26:17Z</dcterms:modified>
</cp:coreProperties>
</file>