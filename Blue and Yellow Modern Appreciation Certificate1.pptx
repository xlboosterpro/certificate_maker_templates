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Above the Beyond Script" panose="020B0604020202020204" charset="0"/>
      <p:regular r:id="rId3"/>
    </p:embeddedFont>
    <p:embeddedFont>
      <p:font typeface="Arimo" panose="020B0604020202020204" charset="0"/>
      <p:regular r:id="rId4"/>
    </p:embeddedFont>
    <p:embeddedFont>
      <p:font typeface="Arimo Bold" panose="020B0604020202020204" charset="0"/>
      <p:regular r:id="rId5"/>
    </p:embeddedFont>
    <p:embeddedFont>
      <p:font typeface="Gotham" panose="020B0604020202020204" charset="0"/>
      <p:regular r:id="rId6"/>
    </p:embeddedFont>
    <p:embeddedFont>
      <p:font typeface="Rastanty Cortez" panose="02000506000000020003" pitchFamily="2" charset="0"/>
      <p:regular r:id="rId7"/>
    </p:embeddedFont>
    <p:embeddedFont>
      <p:font typeface="TT Hoves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8635" y="411163"/>
            <a:ext cx="9514730" cy="6737675"/>
            <a:chOff x="0" y="0"/>
            <a:chExt cx="3409865" cy="24146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09864" cy="2414631"/>
            </a:xfrm>
            <a:custGeom>
              <a:avLst/>
              <a:gdLst/>
              <a:ahLst/>
              <a:cxnLst/>
              <a:rect l="l" t="t" r="r" b="b"/>
              <a:pathLst>
                <a:path w="3409864" h="2414631">
                  <a:moveTo>
                    <a:pt x="30106" y="0"/>
                  </a:moveTo>
                  <a:lnTo>
                    <a:pt x="3379758" y="0"/>
                  </a:lnTo>
                  <a:cubicBezTo>
                    <a:pt x="3387743" y="0"/>
                    <a:pt x="3395401" y="3172"/>
                    <a:pt x="3401047" y="8818"/>
                  </a:cubicBezTo>
                  <a:cubicBezTo>
                    <a:pt x="3406692" y="14464"/>
                    <a:pt x="3409864" y="22121"/>
                    <a:pt x="3409864" y="30106"/>
                  </a:cubicBezTo>
                  <a:lnTo>
                    <a:pt x="3409864" y="2384524"/>
                  </a:lnTo>
                  <a:cubicBezTo>
                    <a:pt x="3409864" y="2401151"/>
                    <a:pt x="3396385" y="2414631"/>
                    <a:pt x="3379758" y="2414631"/>
                  </a:cubicBezTo>
                  <a:lnTo>
                    <a:pt x="30106" y="2414631"/>
                  </a:lnTo>
                  <a:cubicBezTo>
                    <a:pt x="13479" y="2414631"/>
                    <a:pt x="0" y="2401151"/>
                    <a:pt x="0" y="2384524"/>
                  </a:cubicBezTo>
                  <a:lnTo>
                    <a:pt x="0" y="30106"/>
                  </a:lnTo>
                  <a:cubicBezTo>
                    <a:pt x="0" y="13479"/>
                    <a:pt x="13479" y="0"/>
                    <a:pt x="3010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409865" cy="2462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3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7040474" y="5982592"/>
            <a:ext cx="1991366" cy="8422"/>
          </a:xfrm>
          <a:prstGeom prst="line">
            <a:avLst/>
          </a:prstGeom>
          <a:ln w="19050" cap="flat">
            <a:solidFill>
              <a:srgbClr val="FFB8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4151645"/>
            <a:ext cx="1747196" cy="3404855"/>
          </a:xfrm>
          <a:custGeom>
            <a:avLst/>
            <a:gdLst/>
            <a:ahLst/>
            <a:cxnLst/>
            <a:rect l="l" t="t" r="r" b="b"/>
            <a:pathLst>
              <a:path w="3737587" h="3574068">
                <a:moveTo>
                  <a:pt x="0" y="0"/>
                </a:moveTo>
                <a:lnTo>
                  <a:pt x="3737587" y="0"/>
                </a:lnTo>
                <a:lnTo>
                  <a:pt x="3737587" y="3574068"/>
                </a:lnTo>
                <a:lnTo>
                  <a:pt x="0" y="3574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13920" b="-49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7172999" y="-1"/>
            <a:ext cx="3520399" cy="1159439"/>
          </a:xfrm>
          <a:custGeom>
            <a:avLst/>
            <a:gdLst/>
            <a:ahLst/>
            <a:cxnLst/>
            <a:rect l="l" t="t" r="r" b="b"/>
            <a:pathLst>
              <a:path w="3737587" h="3574068">
                <a:moveTo>
                  <a:pt x="3737587" y="3574068"/>
                </a:moveTo>
                <a:lnTo>
                  <a:pt x="0" y="3574068"/>
                </a:lnTo>
                <a:lnTo>
                  <a:pt x="0" y="0"/>
                </a:lnTo>
                <a:lnTo>
                  <a:pt x="3737587" y="0"/>
                </a:lnTo>
                <a:lnTo>
                  <a:pt x="3737587" y="357406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169" b="-2082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041795" y="7142400"/>
            <a:ext cx="1650203" cy="414100"/>
          </a:xfrm>
          <a:custGeom>
            <a:avLst/>
            <a:gdLst/>
            <a:ahLst/>
            <a:cxnLst/>
            <a:rect l="l" t="t" r="r" b="b"/>
            <a:pathLst>
              <a:path w="3356892" h="3024000">
                <a:moveTo>
                  <a:pt x="0" y="0"/>
                </a:moveTo>
                <a:lnTo>
                  <a:pt x="3356891" y="0"/>
                </a:lnTo>
                <a:lnTo>
                  <a:pt x="3356891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03422" b="-6302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" y="-1"/>
            <a:ext cx="1211057" cy="609371"/>
          </a:xfrm>
          <a:custGeom>
            <a:avLst/>
            <a:gdLst/>
            <a:ahLst/>
            <a:cxnLst/>
            <a:rect l="l" t="t" r="r" b="b"/>
            <a:pathLst>
              <a:path w="3356892" h="3024000">
                <a:moveTo>
                  <a:pt x="0" y="0"/>
                </a:moveTo>
                <a:lnTo>
                  <a:pt x="3356892" y="0"/>
                </a:lnTo>
                <a:lnTo>
                  <a:pt x="3356892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7187" t="-3962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10104038" y="3504861"/>
            <a:ext cx="587960" cy="3024000"/>
          </a:xfrm>
          <a:custGeom>
            <a:avLst/>
            <a:gdLst/>
            <a:ahLst/>
            <a:cxnLst/>
            <a:rect l="l" t="t" r="r" b="b"/>
            <a:pathLst>
              <a:path w="3126928" h="3024000">
                <a:moveTo>
                  <a:pt x="3126928" y="0"/>
                </a:moveTo>
                <a:lnTo>
                  <a:pt x="0" y="0"/>
                </a:lnTo>
                <a:lnTo>
                  <a:pt x="0" y="3024000"/>
                </a:lnTo>
                <a:lnTo>
                  <a:pt x="3126928" y="3024000"/>
                </a:lnTo>
                <a:lnTo>
                  <a:pt x="312692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31826" r="-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8369" y="1159439"/>
            <a:ext cx="607004" cy="3024000"/>
          </a:xfrm>
          <a:custGeom>
            <a:avLst/>
            <a:gdLst/>
            <a:ahLst/>
            <a:cxnLst/>
            <a:rect l="l" t="t" r="r" b="b"/>
            <a:pathLst>
              <a:path w="3126928" h="3024000">
                <a:moveTo>
                  <a:pt x="0" y="0"/>
                </a:moveTo>
                <a:lnTo>
                  <a:pt x="3126928" y="0"/>
                </a:lnTo>
                <a:lnTo>
                  <a:pt x="3126928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151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5400000">
            <a:off x="2067792" y="-309436"/>
            <a:ext cx="208974" cy="1441198"/>
          </a:xfrm>
          <a:custGeom>
            <a:avLst/>
            <a:gdLst/>
            <a:ahLst/>
            <a:cxnLst/>
            <a:rect l="l" t="t" r="r" b="b"/>
            <a:pathLst>
              <a:path w="208974" h="1441198">
                <a:moveTo>
                  <a:pt x="0" y="0"/>
                </a:moveTo>
                <a:lnTo>
                  <a:pt x="208974" y="0"/>
                </a:lnTo>
                <a:lnTo>
                  <a:pt x="208974" y="1441197"/>
                </a:lnTo>
                <a:lnTo>
                  <a:pt x="0" y="1441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7821627" y="6428239"/>
            <a:ext cx="208974" cy="1441198"/>
          </a:xfrm>
          <a:custGeom>
            <a:avLst/>
            <a:gdLst/>
            <a:ahLst/>
            <a:cxnLst/>
            <a:rect l="l" t="t" r="r" b="b"/>
            <a:pathLst>
              <a:path w="208974" h="1441198">
                <a:moveTo>
                  <a:pt x="0" y="0"/>
                </a:moveTo>
                <a:lnTo>
                  <a:pt x="208974" y="0"/>
                </a:lnTo>
                <a:lnTo>
                  <a:pt x="208974" y="1441197"/>
                </a:lnTo>
                <a:lnTo>
                  <a:pt x="0" y="14411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479928" y="910762"/>
            <a:ext cx="7733544" cy="1408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83"/>
              </a:lnSpc>
            </a:pPr>
            <a:r>
              <a:rPr lang="en-US" sz="8059" b="1" dirty="0">
                <a:solidFill>
                  <a:srgbClr val="003399"/>
                </a:solidFill>
                <a:latin typeface="Arimo Bold"/>
                <a:ea typeface="Arimo Bold"/>
                <a:cs typeface="Arimo Bold"/>
                <a:sym typeface="Arimo Bold"/>
              </a:rPr>
              <a:t>CERTIFICATE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69053" y="1985238"/>
            <a:ext cx="5955294" cy="79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1"/>
              </a:lnSpc>
            </a:pPr>
            <a:r>
              <a:rPr lang="en-US" sz="4500" b="1" dirty="0">
                <a:solidFill>
                  <a:srgbClr val="3674D1"/>
                </a:solidFill>
                <a:latin typeface="Arimo Bold"/>
                <a:ea typeface="Arimo Bold"/>
                <a:cs typeface="Arimo Bold"/>
                <a:sym typeface="Arimo Bold"/>
              </a:rPr>
              <a:t>OF APPRECIATION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98733" y="3556436"/>
            <a:ext cx="631792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3200" dirty="0">
                <a:solidFill>
                  <a:srgbClr val="003399"/>
                </a:solidFill>
                <a:latin typeface="Above the Beyond Script"/>
              </a:rPr>
              <a:t>&lt;&lt;</a:t>
            </a:r>
            <a:r>
              <a:rPr lang="en-US" sz="3200" dirty="0" err="1">
                <a:solidFill>
                  <a:srgbClr val="003399"/>
                </a:solidFill>
                <a:latin typeface="Above the Beyond Script"/>
              </a:rPr>
              <a:t>CandidateName</a:t>
            </a:r>
            <a:r>
              <a:rPr lang="en-US" sz="3200" dirty="0">
                <a:solidFill>
                  <a:srgbClr val="003399"/>
                </a:solidFill>
                <a:latin typeface="Above the Beyond Script"/>
              </a:rPr>
              <a:t>&gt;&gt;</a:t>
            </a:r>
            <a:endParaRPr lang="en-US" sz="3200" dirty="0">
              <a:solidFill>
                <a:srgbClr val="003399"/>
              </a:solidFill>
              <a:latin typeface="Above the Beyond Script"/>
              <a:sym typeface="Quotes Scrip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286570" y="3013371"/>
            <a:ext cx="6120259" cy="34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6"/>
              </a:lnSpc>
            </a:pPr>
            <a:r>
              <a:rPr lang="en-US" sz="1883" b="1" dirty="0">
                <a:solidFill>
                  <a:srgbClr val="332C2B"/>
                </a:solidFill>
                <a:latin typeface="Arimo Bold"/>
                <a:ea typeface="Arimo Bold"/>
                <a:cs typeface="Arimo Bold"/>
                <a:sym typeface="Arimo Bold"/>
              </a:rPr>
              <a:t>THIS CERTIFICATE IS PROUDLY PRESENTED 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70537" y="4582601"/>
            <a:ext cx="6552326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320" dirty="0">
                <a:solidFill>
                  <a:srgbClr val="332C2B"/>
                </a:solidFill>
                <a:latin typeface="Arimo"/>
                <a:ea typeface="Arimo"/>
                <a:cs typeface="Arimo"/>
                <a:sym typeface="TT Hoves"/>
              </a:rPr>
              <a:t>&lt;&lt;Description&gt;&gt;</a:t>
            </a:r>
          </a:p>
        </p:txBody>
      </p:sp>
      <p:sp>
        <p:nvSpPr>
          <p:cNvPr id="23" name="OrganizationLogo">
            <a:extLst>
              <a:ext uri="{FF2B5EF4-FFF2-40B4-BE49-F238E27FC236}">
                <a16:creationId xmlns:a16="http://schemas.microsoft.com/office/drawing/2014/main" id="{1809E522-7C3F-F8DA-E5DA-0FD34022F906}"/>
              </a:ext>
            </a:extLst>
          </p:cNvPr>
          <p:cNvSpPr/>
          <p:nvPr/>
        </p:nvSpPr>
        <p:spPr>
          <a:xfrm flipH="1">
            <a:off x="4418735" y="515650"/>
            <a:ext cx="576000" cy="57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C74D93B8-69F6-E4C0-4130-73DE1B9CEA8B}"/>
              </a:ext>
            </a:extLst>
          </p:cNvPr>
          <p:cNvSpPr txBox="1"/>
          <p:nvPr/>
        </p:nvSpPr>
        <p:spPr>
          <a:xfrm>
            <a:off x="5041156" y="102928"/>
            <a:ext cx="3048744" cy="836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95"/>
              </a:lnSpc>
            </a:pPr>
            <a:r>
              <a:rPr lang="en-US" sz="1500" dirty="0">
                <a:solidFill>
                  <a:srgbClr val="002060"/>
                </a:solidFill>
                <a:latin typeface="TT Hoves"/>
              </a:rPr>
              <a:t>&lt;&lt;</a:t>
            </a:r>
            <a:r>
              <a:rPr lang="en-US" sz="1500" dirty="0" err="1">
                <a:solidFill>
                  <a:srgbClr val="002060"/>
                </a:solidFill>
                <a:latin typeface="TT Hoves"/>
              </a:rPr>
              <a:t>OrganizationName</a:t>
            </a:r>
            <a:r>
              <a:rPr lang="en-US" sz="1500" dirty="0">
                <a:solidFill>
                  <a:srgbClr val="002060"/>
                </a:solidFill>
                <a:latin typeface="TT Hoves"/>
              </a:rPr>
              <a:t>&gt;&gt; </a:t>
            </a:r>
            <a:endParaRPr lang="en-US" sz="1500" dirty="0">
              <a:solidFill>
                <a:srgbClr val="002060"/>
              </a:solidFill>
              <a:latin typeface="TT Hoves"/>
              <a:sym typeface="Garet"/>
            </a:endParaRPr>
          </a:p>
        </p:txBody>
      </p:sp>
      <p:sp>
        <p:nvSpPr>
          <p:cNvPr id="29" name="TextBox 18">
            <a:extLst>
              <a:ext uri="{FF2B5EF4-FFF2-40B4-BE49-F238E27FC236}">
                <a16:creationId xmlns:a16="http://schemas.microsoft.com/office/drawing/2014/main" id="{38DC7553-7096-822F-6B1A-D1D59901524C}"/>
              </a:ext>
            </a:extLst>
          </p:cNvPr>
          <p:cNvSpPr txBox="1"/>
          <p:nvPr/>
        </p:nvSpPr>
        <p:spPr>
          <a:xfrm>
            <a:off x="4979828" y="6783402"/>
            <a:ext cx="1692109" cy="236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dirty="0">
                <a:solidFill>
                  <a:srgbClr val="002060"/>
                </a:solidFill>
                <a:latin typeface="TT Hoves"/>
              </a:rPr>
              <a:t>&lt;&lt;CertificateID&gt;&gt;</a:t>
            </a:r>
            <a:endParaRPr lang="en-US" sz="1400" dirty="0">
              <a:solidFill>
                <a:srgbClr val="002060"/>
              </a:solidFill>
              <a:latin typeface="TT Hoves"/>
              <a:sym typeface="Garet Bold"/>
            </a:endParaRPr>
          </a:p>
        </p:txBody>
      </p:sp>
      <p:sp>
        <p:nvSpPr>
          <p:cNvPr id="31" name="TextBox 21">
            <a:extLst>
              <a:ext uri="{FF2B5EF4-FFF2-40B4-BE49-F238E27FC236}">
                <a16:creationId xmlns:a16="http://schemas.microsoft.com/office/drawing/2014/main" id="{3A66DC7B-8485-B193-95C0-0A7184C3E626}"/>
              </a:ext>
            </a:extLst>
          </p:cNvPr>
          <p:cNvSpPr txBox="1"/>
          <p:nvPr/>
        </p:nvSpPr>
        <p:spPr>
          <a:xfrm>
            <a:off x="3890859" y="6801823"/>
            <a:ext cx="169210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002060"/>
                </a:solidFill>
                <a:latin typeface="TT Hoves"/>
              </a:rPr>
              <a:t>Cert ID :</a:t>
            </a:r>
            <a:endParaRPr lang="en-US" sz="1400" dirty="0">
              <a:solidFill>
                <a:srgbClr val="002060"/>
              </a:solidFill>
              <a:latin typeface="TT Hoves"/>
              <a:sym typeface="TT Hoves"/>
            </a:endParaRPr>
          </a:p>
        </p:txBody>
      </p:sp>
      <p:sp>
        <p:nvSpPr>
          <p:cNvPr id="33" name="ISOLogo">
            <a:extLst>
              <a:ext uri="{FF2B5EF4-FFF2-40B4-BE49-F238E27FC236}">
                <a16:creationId xmlns:a16="http://schemas.microsoft.com/office/drawing/2014/main" id="{328AED86-AD81-A90D-5FEC-8E1A8450DB9E}"/>
              </a:ext>
            </a:extLst>
          </p:cNvPr>
          <p:cNvSpPr/>
          <p:nvPr/>
        </p:nvSpPr>
        <p:spPr>
          <a:xfrm>
            <a:off x="4736913" y="5153717"/>
            <a:ext cx="1250495" cy="12504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5487A4FD-B8B0-7B22-1B5F-AFBE36AE0F0A}"/>
              </a:ext>
            </a:extLst>
          </p:cNvPr>
          <p:cNvSpPr txBox="1"/>
          <p:nvPr/>
        </p:nvSpPr>
        <p:spPr>
          <a:xfrm>
            <a:off x="7387093" y="5993143"/>
            <a:ext cx="1321746" cy="164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20"/>
              </a:lnSpc>
              <a:spcBef>
                <a:spcPct val="0"/>
              </a:spcBef>
            </a:pPr>
            <a:r>
              <a:rPr lang="en-US" sz="1014" dirty="0">
                <a:solidFill>
                  <a:srgbClr val="003399"/>
                </a:solidFill>
                <a:latin typeface="Gotham"/>
                <a:cs typeface="Gotham"/>
              </a:rPr>
              <a:t>&lt;&lt;</a:t>
            </a:r>
            <a:r>
              <a:rPr lang="en-US" sz="1014" dirty="0" err="1">
                <a:solidFill>
                  <a:srgbClr val="003399"/>
                </a:solidFill>
                <a:latin typeface="Gotham"/>
                <a:cs typeface="Gotham"/>
              </a:rPr>
              <a:t>AuthorityName</a:t>
            </a:r>
            <a:r>
              <a:rPr lang="en-US" sz="1014" dirty="0">
                <a:solidFill>
                  <a:srgbClr val="003399"/>
                </a:solidFill>
                <a:latin typeface="Gotham"/>
                <a:cs typeface="Gotham"/>
              </a:rPr>
              <a:t>&gt;&gt;</a:t>
            </a:r>
            <a:endParaRPr lang="en-US" sz="1014" dirty="0">
              <a:solidFill>
                <a:srgbClr val="003399"/>
              </a:solidFill>
              <a:latin typeface="Gotham"/>
              <a:cs typeface="Gotham"/>
              <a:sym typeface="Garet Bold"/>
            </a:endParaRP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B0AB36C6-FA1E-4664-1040-09852632C615}"/>
              </a:ext>
            </a:extLst>
          </p:cNvPr>
          <p:cNvSpPr txBox="1"/>
          <p:nvPr/>
        </p:nvSpPr>
        <p:spPr>
          <a:xfrm>
            <a:off x="6771136" y="6190888"/>
            <a:ext cx="2534873" cy="190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149" dirty="0">
                <a:solidFill>
                  <a:srgbClr val="002060"/>
                </a:solidFill>
                <a:latin typeface="TT Hoves"/>
              </a:rPr>
              <a:t>&lt;&lt;</a:t>
            </a:r>
            <a:r>
              <a:rPr lang="en-US" sz="1149" dirty="0" err="1">
                <a:solidFill>
                  <a:srgbClr val="002060"/>
                </a:solidFill>
                <a:latin typeface="TT Hoves"/>
              </a:rPr>
              <a:t>AuthorityDesignation</a:t>
            </a:r>
            <a:r>
              <a:rPr lang="en-US" sz="1149" dirty="0">
                <a:solidFill>
                  <a:srgbClr val="002060"/>
                </a:solidFill>
                <a:latin typeface="TT Hoves"/>
              </a:rPr>
              <a:t>&gt;&gt;</a:t>
            </a:r>
            <a:endParaRPr lang="en-US" sz="1149" dirty="0">
              <a:solidFill>
                <a:srgbClr val="002060"/>
              </a:solidFill>
              <a:latin typeface="TT Hoves"/>
              <a:sym typeface="Garet"/>
            </a:endParaRPr>
          </a:p>
        </p:txBody>
      </p:sp>
      <p:sp>
        <p:nvSpPr>
          <p:cNvPr id="39" name="AuthoritySignature">
            <a:extLst>
              <a:ext uri="{FF2B5EF4-FFF2-40B4-BE49-F238E27FC236}">
                <a16:creationId xmlns:a16="http://schemas.microsoft.com/office/drawing/2014/main" id="{9245DB20-1A19-77AD-BF7E-C5A6E4F7E908}"/>
              </a:ext>
            </a:extLst>
          </p:cNvPr>
          <p:cNvSpPr/>
          <p:nvPr/>
        </p:nvSpPr>
        <p:spPr>
          <a:xfrm>
            <a:off x="7040473" y="5350942"/>
            <a:ext cx="200982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EF1ABF3F-9305-9EA0-8131-5BD6B3E92A0B}"/>
              </a:ext>
            </a:extLst>
          </p:cNvPr>
          <p:cNvSpPr txBox="1"/>
          <p:nvPr/>
        </p:nvSpPr>
        <p:spPr>
          <a:xfrm>
            <a:off x="6529321" y="5618997"/>
            <a:ext cx="3032128" cy="30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600" b="1" dirty="0">
                <a:solidFill>
                  <a:srgbClr val="002060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3600" b="1" dirty="0" err="1">
                <a:solidFill>
                  <a:srgbClr val="002060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3600" b="1" dirty="0">
                <a:solidFill>
                  <a:srgbClr val="002060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CBDD765A-4161-C1B1-367A-7266266F220A}"/>
              </a:ext>
            </a:extLst>
          </p:cNvPr>
          <p:cNvSpPr txBox="1"/>
          <p:nvPr/>
        </p:nvSpPr>
        <p:spPr>
          <a:xfrm>
            <a:off x="4051299" y="6515631"/>
            <a:ext cx="2620637" cy="489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dirty="0">
                <a:solidFill>
                  <a:srgbClr val="002060"/>
                </a:solidFill>
                <a:latin typeface="TT Hoves"/>
              </a:rPr>
              <a:t>&lt;&lt;</a:t>
            </a:r>
            <a:r>
              <a:rPr lang="en-US" sz="1400" dirty="0" err="1">
                <a:solidFill>
                  <a:srgbClr val="002060"/>
                </a:solidFill>
                <a:latin typeface="TT Hoves"/>
              </a:rPr>
              <a:t>IssueDate</a:t>
            </a:r>
            <a:r>
              <a:rPr lang="en-US" sz="1400" dirty="0">
                <a:solidFill>
                  <a:srgbClr val="002060"/>
                </a:solidFill>
                <a:latin typeface="TT Hoves"/>
              </a:rPr>
              <a:t>&gt;&gt; </a:t>
            </a:r>
            <a:endParaRPr lang="en-US" sz="1400" dirty="0">
              <a:solidFill>
                <a:srgbClr val="002060"/>
              </a:solidFill>
              <a:latin typeface="TT Hoves"/>
              <a:sym typeface="Garet Bold"/>
            </a:endParaRPr>
          </a:p>
          <a:p>
            <a:pPr algn="ctr">
              <a:lnSpc>
                <a:spcPts val="1960"/>
              </a:lnSpc>
            </a:pPr>
            <a:endParaRPr lang="en-US" sz="1400" dirty="0">
              <a:solidFill>
                <a:srgbClr val="002060"/>
              </a:solidFill>
              <a:latin typeface="TT Hoves"/>
              <a:sym typeface="Garet Bold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9F42514-A8EC-44C6-0976-88E86D617E6E}"/>
              </a:ext>
            </a:extLst>
          </p:cNvPr>
          <p:cNvSpPr/>
          <p:nvPr/>
        </p:nvSpPr>
        <p:spPr>
          <a:xfrm>
            <a:off x="2162474" y="5214235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8" name="QRCode">
            <a:extLst>
              <a:ext uri="{FF2B5EF4-FFF2-40B4-BE49-F238E27FC236}">
                <a16:creationId xmlns:a16="http://schemas.microsoft.com/office/drawing/2014/main" id="{BEA1C4B8-2E2F-54D2-07AF-C0420780008E}"/>
              </a:ext>
            </a:extLst>
          </p:cNvPr>
          <p:cNvSpPr/>
          <p:nvPr/>
        </p:nvSpPr>
        <p:spPr>
          <a:xfrm>
            <a:off x="2216474" y="5268235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237E0ABB-F7B4-3B68-C20A-E91384F43F7A}"/>
              </a:ext>
            </a:extLst>
          </p:cNvPr>
          <p:cNvSpPr txBox="1"/>
          <p:nvPr/>
        </p:nvSpPr>
        <p:spPr>
          <a:xfrm>
            <a:off x="2109486" y="6281035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39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Arimo Bold</vt:lpstr>
      <vt:lpstr>Above the Beyond Script</vt:lpstr>
      <vt:lpstr>TT Hoves</vt:lpstr>
      <vt:lpstr>Calibri</vt:lpstr>
      <vt:lpstr>Gotham</vt:lpstr>
      <vt:lpstr>Arimo</vt:lpstr>
      <vt:lpstr>Rastanty Cortez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Modern Appreciation Certificate</dc:title>
  <cp:lastModifiedBy>Sachin Jangir</cp:lastModifiedBy>
  <cp:revision>11</cp:revision>
  <dcterms:created xsi:type="dcterms:W3CDTF">2006-08-16T00:00:00Z</dcterms:created>
  <dcterms:modified xsi:type="dcterms:W3CDTF">2026-08-24T08:21:28Z</dcterms:modified>
  <dc:identifier>DAHQ8Hn7TT4</dc:identifier>
</cp:coreProperties>
</file>