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Baguet Script" panose="00000500000000000000" pitchFamily="2" charset="0"/>
      <p:regular r:id="rId3"/>
    </p:embeddedFont>
    <p:embeddedFont>
      <p:font typeface="DM Sans" pitchFamily="2" charset="0"/>
      <p:regular r:id="rId4"/>
    </p:embeddedFont>
    <p:embeddedFont>
      <p:font typeface="DM Sans Bold" charset="0"/>
      <p:regular r:id="rId5"/>
    </p:embeddedFont>
    <p:embeddedFont>
      <p:font typeface="Franklin Gothic Heavy" panose="020B0903020102020204" pitchFamily="34" charset="0"/>
      <p:regular r:id="rId6"/>
      <p:italic r:id="rId7"/>
    </p:embeddedFont>
    <p:embeddedFont>
      <p:font typeface="Moontime" panose="020B0604020202020204" charset="0"/>
      <p:regular r:id="rId8"/>
    </p:embeddedFont>
    <p:embeddedFont>
      <p:font typeface="Rastanty Cortez" panose="02000506000000020003" pitchFamily="2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8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1440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viewProps" Target="viewProps.xml"/><Relationship Id="rId5" Type="http://schemas.openxmlformats.org/officeDocument/2006/relationships/font" Target="fonts/font3.fntdata"/><Relationship Id="rId10" Type="http://schemas.openxmlformats.org/officeDocument/2006/relationships/presProps" Target="presProps.xml"/><Relationship Id="rId4" Type="http://schemas.openxmlformats.org/officeDocument/2006/relationships/font" Target="fonts/font2.fntdata"/><Relationship Id="rId9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ABF323D-784C-9649-61EA-1B7B4ADE1CB4}"/>
              </a:ext>
            </a:extLst>
          </p:cNvPr>
          <p:cNvSpPr/>
          <p:nvPr/>
        </p:nvSpPr>
        <p:spPr>
          <a:xfrm>
            <a:off x="2035951" y="5226050"/>
            <a:ext cx="1080000" cy="1080000"/>
          </a:xfrm>
          <a:prstGeom prst="roundRect">
            <a:avLst>
              <a:gd name="adj" fmla="val 5411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" name="Freeform 2"/>
          <p:cNvSpPr/>
          <p:nvPr/>
        </p:nvSpPr>
        <p:spPr>
          <a:xfrm rot="86022" flipV="1">
            <a:off x="3512507" y="89348"/>
            <a:ext cx="7075254" cy="6327798"/>
          </a:xfrm>
          <a:custGeom>
            <a:avLst/>
            <a:gdLst/>
            <a:ahLst/>
            <a:cxnLst/>
            <a:rect l="l" t="t" r="r" b="b"/>
            <a:pathLst>
              <a:path w="7681458" h="7726530">
                <a:moveTo>
                  <a:pt x="0" y="7726529"/>
                </a:moveTo>
                <a:lnTo>
                  <a:pt x="7681459" y="7726529"/>
                </a:lnTo>
                <a:lnTo>
                  <a:pt x="7681459" y="0"/>
                </a:lnTo>
                <a:lnTo>
                  <a:pt x="0" y="0"/>
                </a:lnTo>
                <a:lnTo>
                  <a:pt x="0" y="7726529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5698400">
            <a:off x="-2382267" y="2589776"/>
            <a:ext cx="7253458" cy="1868229"/>
          </a:xfrm>
          <a:custGeom>
            <a:avLst/>
            <a:gdLst/>
            <a:ahLst/>
            <a:cxnLst/>
            <a:rect l="l" t="t" r="r" b="b"/>
            <a:pathLst>
              <a:path w="7253458" h="4385320">
                <a:moveTo>
                  <a:pt x="0" y="0"/>
                </a:moveTo>
                <a:lnTo>
                  <a:pt x="7253458" y="0"/>
                </a:lnTo>
                <a:lnTo>
                  <a:pt x="7253458" y="4385320"/>
                </a:lnTo>
                <a:lnTo>
                  <a:pt x="0" y="43853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143611" y="2924621"/>
            <a:ext cx="6404777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86"/>
              </a:lnSpc>
            </a:pPr>
            <a:r>
              <a:rPr lang="en-US" sz="6000" dirty="0">
                <a:latin typeface="Moontime"/>
              </a:rPr>
              <a:t>&lt;&lt;</a:t>
            </a:r>
            <a:r>
              <a:rPr lang="en-US" sz="6000" dirty="0" err="1">
                <a:latin typeface="Moontime"/>
              </a:rPr>
              <a:t>CandidateName</a:t>
            </a:r>
            <a:r>
              <a:rPr lang="en-US" sz="6000" dirty="0">
                <a:latin typeface="Moontime"/>
              </a:rPr>
              <a:t>&gt;&gt;</a:t>
            </a:r>
          </a:p>
        </p:txBody>
      </p:sp>
      <p:sp>
        <p:nvSpPr>
          <p:cNvPr id="6" name="AutoShape 6"/>
          <p:cNvSpPr/>
          <p:nvPr/>
        </p:nvSpPr>
        <p:spPr>
          <a:xfrm>
            <a:off x="6598153" y="5943833"/>
            <a:ext cx="2286000" cy="0"/>
          </a:xfrm>
          <a:prstGeom prst="line">
            <a:avLst/>
          </a:prstGeom>
          <a:ln w="9525" cap="flat">
            <a:solidFill>
              <a:srgbClr val="EF82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V="1">
            <a:off x="2143611" y="4386169"/>
            <a:ext cx="6404777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3990920" y="2468521"/>
            <a:ext cx="2710161" cy="186324"/>
          </a:xfrm>
          <a:custGeom>
            <a:avLst/>
            <a:gdLst/>
            <a:ahLst/>
            <a:cxnLst/>
            <a:rect l="l" t="t" r="r" b="b"/>
            <a:pathLst>
              <a:path w="2710161" h="186324">
                <a:moveTo>
                  <a:pt x="0" y="0"/>
                </a:moveTo>
                <a:lnTo>
                  <a:pt x="2710160" y="0"/>
                </a:lnTo>
                <a:lnTo>
                  <a:pt x="2710160" y="186323"/>
                </a:lnTo>
                <a:lnTo>
                  <a:pt x="0" y="1863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560064" y="1046397"/>
            <a:ext cx="5571873" cy="1108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8"/>
              </a:lnSpc>
            </a:pPr>
            <a:r>
              <a:rPr lang="en-US" sz="6506" b="1" dirty="0">
                <a:solidFill>
                  <a:srgbClr val="EF8200"/>
                </a:solidFill>
                <a:latin typeface="DM Sans Bold"/>
                <a:ea typeface="DM Sans Bold"/>
                <a:cs typeface="DM Sans Bold"/>
                <a:sym typeface="DM Sans Bold"/>
              </a:rPr>
              <a:t>CERTIFICATE</a:t>
            </a:r>
          </a:p>
        </p:txBody>
      </p:sp>
      <p:sp>
        <p:nvSpPr>
          <p:cNvPr id="10" name="Freeform 10"/>
          <p:cNvSpPr/>
          <p:nvPr/>
        </p:nvSpPr>
        <p:spPr>
          <a:xfrm>
            <a:off x="7842167" y="4386169"/>
            <a:ext cx="2851233" cy="3170331"/>
          </a:xfrm>
          <a:custGeom>
            <a:avLst/>
            <a:gdLst/>
            <a:ahLst/>
            <a:cxnLst/>
            <a:rect l="l" t="t" r="r" b="b"/>
            <a:pathLst>
              <a:path w="3066036" h="3520501">
                <a:moveTo>
                  <a:pt x="0" y="0"/>
                </a:moveTo>
                <a:lnTo>
                  <a:pt x="3066037" y="0"/>
                </a:lnTo>
                <a:lnTo>
                  <a:pt x="3066037" y="3520501"/>
                </a:lnTo>
                <a:lnTo>
                  <a:pt x="0" y="35205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" r="-7532" b="-1104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5400000">
            <a:off x="958742" y="-958744"/>
            <a:ext cx="1500880" cy="3418368"/>
          </a:xfrm>
          <a:custGeom>
            <a:avLst/>
            <a:gdLst/>
            <a:ahLst/>
            <a:cxnLst/>
            <a:rect l="l" t="t" r="r" b="b"/>
            <a:pathLst>
              <a:path w="2897349" h="3580993">
                <a:moveTo>
                  <a:pt x="0" y="0"/>
                </a:moveTo>
                <a:lnTo>
                  <a:pt x="2897349" y="0"/>
                </a:lnTo>
                <a:lnTo>
                  <a:pt x="2897349" y="3580993"/>
                </a:lnTo>
                <a:lnTo>
                  <a:pt x="0" y="35809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93043" b="-47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4797477" y="5137297"/>
            <a:ext cx="1097043" cy="1546511"/>
          </a:xfrm>
          <a:custGeom>
            <a:avLst/>
            <a:gdLst/>
            <a:ahLst/>
            <a:cxnLst/>
            <a:rect l="l" t="t" r="r" b="b"/>
            <a:pathLst>
              <a:path w="1353502" h="1965157">
                <a:moveTo>
                  <a:pt x="0" y="0"/>
                </a:moveTo>
                <a:lnTo>
                  <a:pt x="1353502" y="0"/>
                </a:lnTo>
                <a:lnTo>
                  <a:pt x="1353502" y="1965156"/>
                </a:lnTo>
                <a:lnTo>
                  <a:pt x="0" y="19651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flipH="1">
            <a:off x="6900491" y="0"/>
            <a:ext cx="3792907" cy="2708698"/>
          </a:xfrm>
          <a:custGeom>
            <a:avLst/>
            <a:gdLst/>
            <a:ahLst/>
            <a:cxnLst/>
            <a:rect l="l" t="t" r="r" b="b"/>
            <a:pathLst>
              <a:path w="4007711" h="3024000">
                <a:moveTo>
                  <a:pt x="4007711" y="0"/>
                </a:moveTo>
                <a:lnTo>
                  <a:pt x="0" y="0"/>
                </a:lnTo>
                <a:lnTo>
                  <a:pt x="0" y="3024000"/>
                </a:lnTo>
                <a:lnTo>
                  <a:pt x="4007711" y="3024000"/>
                </a:lnTo>
                <a:lnTo>
                  <a:pt x="400771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5663" t="-11640" r="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flipV="1">
            <a:off x="-545" y="5010003"/>
            <a:ext cx="4683274" cy="2539236"/>
          </a:xfrm>
          <a:custGeom>
            <a:avLst/>
            <a:gdLst/>
            <a:ahLst/>
            <a:cxnLst/>
            <a:rect l="l" t="t" r="r" b="b"/>
            <a:pathLst>
              <a:path w="4928424" h="2731666">
                <a:moveTo>
                  <a:pt x="0" y="2731666"/>
                </a:moveTo>
                <a:lnTo>
                  <a:pt x="4928424" y="2731666"/>
                </a:lnTo>
                <a:lnTo>
                  <a:pt x="4928424" y="0"/>
                </a:lnTo>
                <a:lnTo>
                  <a:pt x="0" y="0"/>
                </a:lnTo>
                <a:lnTo>
                  <a:pt x="0" y="273166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234" t="-7578" r="-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2796828" y="2038721"/>
            <a:ext cx="5098345" cy="289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2"/>
              </a:lnSpc>
            </a:pPr>
            <a:r>
              <a:rPr lang="en-US" sz="1600" dirty="0">
                <a:latin typeface="DM Sans" pitchFamily="2" charset="0"/>
                <a:sym typeface="TT Hoves Bold"/>
              </a:rPr>
              <a:t>&lt;&lt;</a:t>
            </a:r>
            <a:r>
              <a:rPr lang="en-US" sz="1600" dirty="0" err="1">
                <a:latin typeface="DM Sans" pitchFamily="2" charset="0"/>
                <a:sym typeface="TT Hoves Bold"/>
              </a:rPr>
              <a:t>CertificateSubtitle</a:t>
            </a:r>
            <a:r>
              <a:rPr lang="en-US" sz="1600" dirty="0">
                <a:latin typeface="DM Sans" pitchFamily="2" charset="0"/>
                <a:sym typeface="TT Hoves Bold"/>
              </a:rPr>
              <a:t>&gt;&gt; 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08962" y="3127387"/>
            <a:ext cx="3108380" cy="270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24"/>
              </a:lnSpc>
            </a:pPr>
            <a:r>
              <a:rPr lang="en-US" sz="1600" dirty="0">
                <a:latin typeface="DM Sans" pitchFamily="2" charset="0"/>
                <a:ea typeface="DM Sans"/>
                <a:cs typeface="DM Sans"/>
                <a:sym typeface="DM Sans"/>
              </a:rPr>
              <a:t>This certificate is awarded to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923981" y="4517884"/>
            <a:ext cx="6844039" cy="250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3"/>
              </a:lnSpc>
            </a:pPr>
            <a:r>
              <a:rPr lang="en-US" sz="1600" dirty="0">
                <a:latin typeface="DM Sans" pitchFamily="2" charset="0"/>
                <a:sym typeface="TT Hoves"/>
              </a:rPr>
              <a:t>&lt;&lt;Description&gt;&gt; &lt;&lt;</a:t>
            </a:r>
            <a:r>
              <a:rPr lang="en-US" sz="1600" dirty="0" err="1">
                <a:latin typeface="DM Sans" pitchFamily="2" charset="0"/>
                <a:sym typeface="TT Hoves"/>
              </a:rPr>
              <a:t>CourseName</a:t>
            </a:r>
            <a:r>
              <a:rPr lang="en-US" sz="1600" dirty="0">
                <a:latin typeface="DM Sans" pitchFamily="2" charset="0"/>
                <a:sym typeface="TT Hoves"/>
              </a:rPr>
              <a:t>&gt;&gt;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215571" y="6050801"/>
            <a:ext cx="3032128" cy="214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14"/>
              </a:lnSpc>
            </a:pPr>
            <a:r>
              <a:rPr lang="en-US" sz="1400" dirty="0">
                <a:latin typeface="DM Sans" pitchFamily="2" charset="0"/>
              </a:rPr>
              <a:t>&lt;&lt;</a:t>
            </a:r>
            <a:r>
              <a:rPr lang="en-US" sz="1400" dirty="0" err="1">
                <a:latin typeface="DM Sans" pitchFamily="2" charset="0"/>
              </a:rPr>
              <a:t>AuthorityName</a:t>
            </a:r>
            <a:r>
              <a:rPr lang="en-US" sz="1400" dirty="0">
                <a:latin typeface="DM Sans" pitchFamily="2" charset="0"/>
              </a:rPr>
              <a:t>&gt;&gt;</a:t>
            </a:r>
            <a:endParaRPr lang="en-US" sz="1400" dirty="0">
              <a:latin typeface="DM Sans" pitchFamily="2" charset="0"/>
              <a:sym typeface="Garet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255644" y="6356594"/>
            <a:ext cx="3008205" cy="2148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14"/>
              </a:lnSpc>
            </a:pPr>
            <a:r>
              <a:rPr lang="en-US" sz="1400" dirty="0">
                <a:latin typeface="DM Sans" pitchFamily="2" charset="0"/>
              </a:rPr>
              <a:t>&lt;&lt;</a:t>
            </a:r>
            <a:r>
              <a:rPr lang="en-US" sz="1400" dirty="0" err="1">
                <a:latin typeface="DM Sans" pitchFamily="2" charset="0"/>
              </a:rPr>
              <a:t>AuthorityDesignation</a:t>
            </a:r>
            <a:r>
              <a:rPr lang="en-US" sz="1400" dirty="0">
                <a:latin typeface="DM Sans" pitchFamily="2" charset="0"/>
              </a:rPr>
              <a:t>&gt;&gt;</a:t>
            </a:r>
            <a:endParaRPr lang="en-US" sz="1400" dirty="0">
              <a:latin typeface="DM Sans" pitchFamily="2" charset="0"/>
              <a:sym typeface="Garet"/>
            </a:endParaRPr>
          </a:p>
        </p:txBody>
      </p:sp>
      <p:sp>
        <p:nvSpPr>
          <p:cNvPr id="28" name="OrganizationLogo">
            <a:extLst>
              <a:ext uri="{FF2B5EF4-FFF2-40B4-BE49-F238E27FC236}">
                <a16:creationId xmlns:a16="http://schemas.microsoft.com/office/drawing/2014/main" id="{B04B1A6D-52CE-141F-20A7-132AD2973FC4}"/>
              </a:ext>
            </a:extLst>
          </p:cNvPr>
          <p:cNvSpPr/>
          <p:nvPr/>
        </p:nvSpPr>
        <p:spPr>
          <a:xfrm flipH="1">
            <a:off x="5060878" y="81038"/>
            <a:ext cx="576000" cy="57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11">
            <a:extLst>
              <a:ext uri="{FF2B5EF4-FFF2-40B4-BE49-F238E27FC236}">
                <a16:creationId xmlns:a16="http://schemas.microsoft.com/office/drawing/2014/main" id="{5B8C02DA-FF08-B2CE-0BBD-3817E0794A3D}"/>
              </a:ext>
            </a:extLst>
          </p:cNvPr>
          <p:cNvSpPr txBox="1"/>
          <p:nvPr/>
        </p:nvSpPr>
        <p:spPr>
          <a:xfrm>
            <a:off x="3204844" y="130483"/>
            <a:ext cx="4259082" cy="933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08"/>
              </a:lnSpc>
            </a:pPr>
            <a:r>
              <a:rPr lang="en-US" dirty="0">
                <a:latin typeface="Franklin Gothic Heavy" panose="020B0903020102020204" pitchFamily="34" charset="0"/>
              </a:rPr>
              <a:t>&lt;&lt;</a:t>
            </a:r>
            <a:r>
              <a:rPr lang="en-US" dirty="0" err="1">
                <a:latin typeface="Franklin Gothic Heavy" panose="020B0903020102020204" pitchFamily="34" charset="0"/>
              </a:rPr>
              <a:t>OrganizationName</a:t>
            </a:r>
            <a:r>
              <a:rPr lang="en-US" dirty="0">
                <a:latin typeface="Franklin Gothic Heavy" panose="020B0903020102020204" pitchFamily="34" charset="0"/>
              </a:rPr>
              <a:t>&gt;&gt; </a:t>
            </a:r>
            <a:endParaRPr lang="en-US" dirty="0">
              <a:latin typeface="Franklin Gothic Heavy" panose="020B0903020102020204" pitchFamily="34" charset="0"/>
              <a:sym typeface="Garet"/>
            </a:endParaRPr>
          </a:p>
        </p:txBody>
      </p:sp>
      <p:sp>
        <p:nvSpPr>
          <p:cNvPr id="32" name="QRCode">
            <a:extLst>
              <a:ext uri="{FF2B5EF4-FFF2-40B4-BE49-F238E27FC236}">
                <a16:creationId xmlns:a16="http://schemas.microsoft.com/office/drawing/2014/main" id="{CE09B6C5-18EB-97FA-FCC5-ED6299FBF7DB}"/>
              </a:ext>
            </a:extLst>
          </p:cNvPr>
          <p:cNvSpPr/>
          <p:nvPr/>
        </p:nvSpPr>
        <p:spPr>
          <a:xfrm>
            <a:off x="2089951" y="5280050"/>
            <a:ext cx="972000" cy="97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18">
            <a:extLst>
              <a:ext uri="{FF2B5EF4-FFF2-40B4-BE49-F238E27FC236}">
                <a16:creationId xmlns:a16="http://schemas.microsoft.com/office/drawing/2014/main" id="{B8004E2A-78D2-165D-36B9-1730FABDC583}"/>
              </a:ext>
            </a:extLst>
          </p:cNvPr>
          <p:cNvSpPr txBox="1"/>
          <p:nvPr/>
        </p:nvSpPr>
        <p:spPr>
          <a:xfrm>
            <a:off x="4994308" y="7089370"/>
            <a:ext cx="1950296" cy="262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24"/>
              </a:lnSpc>
            </a:pPr>
            <a:r>
              <a:rPr lang="en-US" sz="1400" dirty="0">
                <a:latin typeface="DM Sans" pitchFamily="2" charset="0"/>
              </a:rPr>
              <a:t>&lt;&lt;</a:t>
            </a:r>
            <a:r>
              <a:rPr lang="en-US" sz="1400" dirty="0" err="1">
                <a:latin typeface="DM Sans" pitchFamily="2" charset="0"/>
              </a:rPr>
              <a:t>CertificateID</a:t>
            </a:r>
            <a:r>
              <a:rPr lang="en-US" sz="1400" dirty="0">
                <a:latin typeface="DM Sans" pitchFamily="2" charset="0"/>
              </a:rPr>
              <a:t>&gt;&gt;</a:t>
            </a:r>
            <a:endParaRPr lang="en-US" sz="1400" dirty="0">
              <a:latin typeface="DM Sans" pitchFamily="2" charset="0"/>
              <a:sym typeface="Garet Bold"/>
            </a:endParaRPr>
          </a:p>
        </p:txBody>
      </p:sp>
      <p:sp>
        <p:nvSpPr>
          <p:cNvPr id="36" name="TextBox 21">
            <a:extLst>
              <a:ext uri="{FF2B5EF4-FFF2-40B4-BE49-F238E27FC236}">
                <a16:creationId xmlns:a16="http://schemas.microsoft.com/office/drawing/2014/main" id="{2622AD7C-9E72-87F2-5B07-7B8307A5B277}"/>
              </a:ext>
            </a:extLst>
          </p:cNvPr>
          <p:cNvSpPr txBox="1"/>
          <p:nvPr/>
        </p:nvSpPr>
        <p:spPr>
          <a:xfrm>
            <a:off x="3728917" y="7089370"/>
            <a:ext cx="1692109" cy="262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24"/>
              </a:lnSpc>
            </a:pPr>
            <a:r>
              <a:rPr lang="en-US" sz="1400" dirty="0">
                <a:latin typeface="DM Sans" pitchFamily="2" charset="0"/>
              </a:rPr>
              <a:t>Cert ID :</a:t>
            </a:r>
            <a:endParaRPr lang="en-US" sz="1400" dirty="0">
              <a:latin typeface="DM Sans" pitchFamily="2" charset="0"/>
              <a:sym typeface="TT Hoves"/>
            </a:endParaRPr>
          </a:p>
        </p:txBody>
      </p:sp>
      <p:sp>
        <p:nvSpPr>
          <p:cNvPr id="38" name="ISOLogo">
            <a:extLst>
              <a:ext uri="{FF2B5EF4-FFF2-40B4-BE49-F238E27FC236}">
                <a16:creationId xmlns:a16="http://schemas.microsoft.com/office/drawing/2014/main" id="{04EC7442-B163-11CC-0F84-9770D6CEDE50}"/>
              </a:ext>
            </a:extLst>
          </p:cNvPr>
          <p:cNvSpPr/>
          <p:nvPr/>
        </p:nvSpPr>
        <p:spPr>
          <a:xfrm>
            <a:off x="767406" y="2112161"/>
            <a:ext cx="1250495" cy="12504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AuthoritySignature">
            <a:extLst>
              <a:ext uri="{FF2B5EF4-FFF2-40B4-BE49-F238E27FC236}">
                <a16:creationId xmlns:a16="http://schemas.microsoft.com/office/drawing/2014/main" id="{308732F3-539E-7F3C-CAC6-1B96DE545CD9}"/>
              </a:ext>
            </a:extLst>
          </p:cNvPr>
          <p:cNvSpPr/>
          <p:nvPr/>
        </p:nvSpPr>
        <p:spPr>
          <a:xfrm>
            <a:off x="6726723" y="5343403"/>
            <a:ext cx="2009823" cy="5467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>
              <a:solidFill>
                <a:srgbClr val="194FA5"/>
              </a:solidFill>
              <a:latin typeface="Rastanty Cortez" panose="02000506000000020003" pitchFamily="2" charset="0"/>
            </a:endParaRPr>
          </a:p>
        </p:txBody>
      </p:sp>
      <p:sp>
        <p:nvSpPr>
          <p:cNvPr id="42" name="TextBox 20">
            <a:extLst>
              <a:ext uri="{FF2B5EF4-FFF2-40B4-BE49-F238E27FC236}">
                <a16:creationId xmlns:a16="http://schemas.microsoft.com/office/drawing/2014/main" id="{CB0CD62E-F581-9371-CFAE-0F7F672EF267}"/>
              </a:ext>
            </a:extLst>
          </p:cNvPr>
          <p:cNvSpPr txBox="1"/>
          <p:nvPr/>
        </p:nvSpPr>
        <p:spPr>
          <a:xfrm>
            <a:off x="6161343" y="5609070"/>
            <a:ext cx="3196808" cy="2635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2000" dirty="0">
                <a:latin typeface="Baguet Script" panose="00000500000000000000" pitchFamily="2" charset="0"/>
                <a:ea typeface="TT Hoves"/>
                <a:cs typeface="TT Hoves"/>
                <a:sym typeface="TT Hoves"/>
              </a:rPr>
              <a:t>&lt;&lt;</a:t>
            </a:r>
            <a:r>
              <a:rPr lang="en-US" sz="2000" dirty="0" err="1">
                <a:latin typeface="Baguet Script" panose="00000500000000000000" pitchFamily="2" charset="0"/>
                <a:ea typeface="TT Hoves"/>
                <a:cs typeface="TT Hoves"/>
                <a:sym typeface="TT Hoves"/>
              </a:rPr>
              <a:t>AuthoritySignatureText</a:t>
            </a:r>
            <a:r>
              <a:rPr lang="en-US" sz="2000" dirty="0">
                <a:latin typeface="Baguet Script" panose="00000500000000000000" pitchFamily="2" charset="0"/>
                <a:ea typeface="TT Hoves"/>
                <a:cs typeface="TT Hoves"/>
                <a:sym typeface="TT Hoves"/>
              </a:rPr>
              <a:t>&gt;&gt;</a:t>
            </a:r>
          </a:p>
        </p:txBody>
      </p:sp>
      <p:sp>
        <p:nvSpPr>
          <p:cNvPr id="44" name="TextBox 18">
            <a:extLst>
              <a:ext uri="{FF2B5EF4-FFF2-40B4-BE49-F238E27FC236}">
                <a16:creationId xmlns:a16="http://schemas.microsoft.com/office/drawing/2014/main" id="{9CFEA7C7-75A3-5AB1-B74F-E39422C916B5}"/>
              </a:ext>
            </a:extLst>
          </p:cNvPr>
          <p:cNvSpPr txBox="1"/>
          <p:nvPr/>
        </p:nvSpPr>
        <p:spPr>
          <a:xfrm>
            <a:off x="4270412" y="6830383"/>
            <a:ext cx="2151172" cy="262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224"/>
              </a:lnSpc>
              <a:defRPr sz="1588">
                <a:solidFill>
                  <a:srgbClr val="EF8200"/>
                </a:solidFill>
                <a:latin typeface="DM Sans"/>
              </a:defRPr>
            </a:lvl1pPr>
          </a:lstStyle>
          <a:p>
            <a:r>
              <a:rPr lang="en-US" sz="1400" dirty="0">
                <a:solidFill>
                  <a:schemeClr val="tx1"/>
                </a:solidFill>
                <a:latin typeface="DM Sans" pitchFamily="2" charset="0"/>
              </a:rPr>
              <a:t>&lt;&lt;</a:t>
            </a:r>
            <a:r>
              <a:rPr lang="en-US" sz="1400" dirty="0" err="1">
                <a:solidFill>
                  <a:schemeClr val="tx1"/>
                </a:solidFill>
                <a:latin typeface="DM Sans" pitchFamily="2" charset="0"/>
              </a:rPr>
              <a:t>IssueDate</a:t>
            </a:r>
            <a:r>
              <a:rPr lang="en-US" sz="1400" dirty="0">
                <a:solidFill>
                  <a:schemeClr val="tx1"/>
                </a:solidFill>
                <a:latin typeface="DM Sans" pitchFamily="2" charset="0"/>
              </a:rPr>
              <a:t>&gt;&gt; </a:t>
            </a:r>
            <a:endParaRPr lang="en-US" sz="1400" dirty="0">
              <a:solidFill>
                <a:schemeClr val="tx1"/>
              </a:solidFill>
              <a:latin typeface="DM Sans" pitchFamily="2" charset="0"/>
              <a:sym typeface="Garet Bold"/>
            </a:endParaRPr>
          </a:p>
        </p:txBody>
      </p:sp>
      <p:sp>
        <p:nvSpPr>
          <p:cNvPr id="13" name="TextBox 21">
            <a:extLst>
              <a:ext uri="{FF2B5EF4-FFF2-40B4-BE49-F238E27FC236}">
                <a16:creationId xmlns:a16="http://schemas.microsoft.com/office/drawing/2014/main" id="{73A343C7-9043-6E8C-8148-9D163F3E6ADE}"/>
              </a:ext>
            </a:extLst>
          </p:cNvPr>
          <p:cNvSpPr txBox="1"/>
          <p:nvPr/>
        </p:nvSpPr>
        <p:spPr>
          <a:xfrm>
            <a:off x="1982963" y="6292850"/>
            <a:ext cx="1183782" cy="2555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24"/>
              </a:lnSpc>
            </a:pPr>
            <a:r>
              <a:rPr lang="en-US" sz="1100" dirty="0">
                <a:latin typeface="+mj-lt"/>
              </a:rPr>
              <a:t>Scan to Validate</a:t>
            </a:r>
            <a:endParaRPr lang="en-US" sz="1100" dirty="0">
              <a:latin typeface="+mj-lt"/>
              <a:sym typeface="TT Hove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42</Words>
  <Application>Microsoft Office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Moontime</vt:lpstr>
      <vt:lpstr>Franklin Gothic Heavy</vt:lpstr>
      <vt:lpstr>Rastanty Cortez</vt:lpstr>
      <vt:lpstr>Calibri</vt:lpstr>
      <vt:lpstr>Baguet Script</vt:lpstr>
      <vt:lpstr>DM Sans</vt:lpstr>
      <vt:lpstr>DM Sans Bold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Yellow and Black Traditional Appreciation Certificate</dc:title>
  <cp:lastModifiedBy>Sachin Jangir</cp:lastModifiedBy>
  <cp:revision>22</cp:revision>
  <dcterms:created xsi:type="dcterms:W3CDTF">2006-08-16T00:00:00Z</dcterms:created>
  <dcterms:modified xsi:type="dcterms:W3CDTF">2026-08-24T07:56:49Z</dcterms:modified>
  <dc:identifier>DAHQ8C6Jujw</dc:identifier>
</cp:coreProperties>
</file>