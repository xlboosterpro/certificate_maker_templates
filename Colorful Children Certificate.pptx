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Comic Relief" panose="020B0604020202020204" charset="0"/>
      <p:regular r:id="rId3"/>
    </p:embeddedFont>
    <p:embeddedFont>
      <p:font typeface="Garet Light" panose="020B0604020202020204" charset="0"/>
      <p:regular r:id="rId4"/>
    </p:embeddedFont>
    <p:embeddedFont>
      <p:font typeface="Genty Sans" panose="020B0604020202020204" charset="0"/>
      <p:regular r:id="rId5"/>
    </p:embeddedFont>
    <p:embeddedFont>
      <p:font typeface="Hitch Hike" panose="020B0604020202020204" charset="0"/>
      <p:regular r:id="rId6"/>
    </p:embeddedFont>
    <p:embeddedFont>
      <p:font typeface="KG Primary Penmanship" panose="020B0604020202020204" charset="0"/>
      <p:regular r:id="rId7"/>
    </p:embeddedFont>
    <p:embeddedFont>
      <p:font typeface="Rastanty Cortez" panose="02000506000000020003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D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55325" y="-1"/>
            <a:ext cx="2138076" cy="2572689"/>
          </a:xfrm>
          <a:custGeom>
            <a:avLst/>
            <a:gdLst/>
            <a:ahLst/>
            <a:cxnLst/>
            <a:rect l="l" t="t" r="r" b="b"/>
            <a:pathLst>
              <a:path w="2875549" h="3024000">
                <a:moveTo>
                  <a:pt x="0" y="0"/>
                </a:moveTo>
                <a:lnTo>
                  <a:pt x="2875549" y="0"/>
                </a:lnTo>
                <a:lnTo>
                  <a:pt x="2875549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7542" r="-344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5616717"/>
            <a:ext cx="2448973" cy="1939779"/>
          </a:xfrm>
          <a:custGeom>
            <a:avLst/>
            <a:gdLst/>
            <a:ahLst/>
            <a:cxnLst/>
            <a:rect l="l" t="t" r="r" b="b"/>
            <a:pathLst>
              <a:path w="2875549" h="3024000">
                <a:moveTo>
                  <a:pt x="0" y="0"/>
                </a:moveTo>
                <a:lnTo>
                  <a:pt x="2875549" y="0"/>
                </a:lnTo>
                <a:lnTo>
                  <a:pt x="2875549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7419" r="-1" b="-558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" y="-18454"/>
            <a:ext cx="1993399" cy="1646510"/>
          </a:xfrm>
          <a:custGeom>
            <a:avLst/>
            <a:gdLst/>
            <a:ahLst/>
            <a:cxnLst/>
            <a:rect l="l" t="t" r="r" b="b"/>
            <a:pathLst>
              <a:path w="3021600" h="2598576">
                <a:moveTo>
                  <a:pt x="0" y="0"/>
                </a:moveTo>
                <a:lnTo>
                  <a:pt x="3021600" y="0"/>
                </a:lnTo>
                <a:lnTo>
                  <a:pt x="3021600" y="2598576"/>
                </a:lnTo>
                <a:lnTo>
                  <a:pt x="0" y="259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1580" t="-57823" b="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358914" y="514191"/>
            <a:ext cx="9863091" cy="6803743"/>
            <a:chOff x="0" y="0"/>
            <a:chExt cx="3534709" cy="24383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34709" cy="2438308"/>
            </a:xfrm>
            <a:custGeom>
              <a:avLst/>
              <a:gdLst/>
              <a:ahLst/>
              <a:cxnLst/>
              <a:rect l="l" t="t" r="r" b="b"/>
              <a:pathLst>
                <a:path w="3534709" h="2438308">
                  <a:moveTo>
                    <a:pt x="31398" y="0"/>
                  </a:moveTo>
                  <a:lnTo>
                    <a:pt x="3503311" y="0"/>
                  </a:lnTo>
                  <a:cubicBezTo>
                    <a:pt x="3520652" y="0"/>
                    <a:pt x="3534709" y="14057"/>
                    <a:pt x="3534709" y="31398"/>
                  </a:cubicBezTo>
                  <a:lnTo>
                    <a:pt x="3534709" y="2406910"/>
                  </a:lnTo>
                  <a:cubicBezTo>
                    <a:pt x="3534709" y="2415238"/>
                    <a:pt x="3531401" y="2423224"/>
                    <a:pt x="3525513" y="2429112"/>
                  </a:cubicBezTo>
                  <a:cubicBezTo>
                    <a:pt x="3519625" y="2435000"/>
                    <a:pt x="3511639" y="2438308"/>
                    <a:pt x="3503311" y="2438308"/>
                  </a:cubicBezTo>
                  <a:lnTo>
                    <a:pt x="31398" y="2438308"/>
                  </a:lnTo>
                  <a:cubicBezTo>
                    <a:pt x="23070" y="2438308"/>
                    <a:pt x="15084" y="2435000"/>
                    <a:pt x="9196" y="2429112"/>
                  </a:cubicBezTo>
                  <a:cubicBezTo>
                    <a:pt x="3308" y="2423224"/>
                    <a:pt x="0" y="2415238"/>
                    <a:pt x="0" y="2406910"/>
                  </a:cubicBezTo>
                  <a:lnTo>
                    <a:pt x="0" y="31398"/>
                  </a:lnTo>
                  <a:cubicBezTo>
                    <a:pt x="0" y="23070"/>
                    <a:pt x="3308" y="15084"/>
                    <a:pt x="9196" y="9196"/>
                  </a:cubicBezTo>
                  <a:cubicBezTo>
                    <a:pt x="15084" y="3308"/>
                    <a:pt x="23070" y="0"/>
                    <a:pt x="3139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534709" cy="246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62039" y="2292490"/>
            <a:ext cx="5167921" cy="509885"/>
            <a:chOff x="0" y="0"/>
            <a:chExt cx="2149603" cy="212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9603" cy="212087"/>
            </a:xfrm>
            <a:custGeom>
              <a:avLst/>
              <a:gdLst/>
              <a:ahLst/>
              <a:cxnLst/>
              <a:rect l="l" t="t" r="r" b="b"/>
              <a:pathLst>
                <a:path w="2149603" h="212087">
                  <a:moveTo>
                    <a:pt x="106044" y="0"/>
                  </a:moveTo>
                  <a:lnTo>
                    <a:pt x="2043559" y="0"/>
                  </a:lnTo>
                  <a:cubicBezTo>
                    <a:pt x="2071684" y="0"/>
                    <a:pt x="2098656" y="11172"/>
                    <a:pt x="2118543" y="31059"/>
                  </a:cubicBezTo>
                  <a:cubicBezTo>
                    <a:pt x="2138431" y="50947"/>
                    <a:pt x="2149603" y="77919"/>
                    <a:pt x="2149603" y="106044"/>
                  </a:cubicBezTo>
                  <a:lnTo>
                    <a:pt x="2149603" y="106044"/>
                  </a:lnTo>
                  <a:cubicBezTo>
                    <a:pt x="2149603" y="164610"/>
                    <a:pt x="2102126" y="212087"/>
                    <a:pt x="2043559" y="212087"/>
                  </a:cubicBezTo>
                  <a:lnTo>
                    <a:pt x="106044" y="212087"/>
                  </a:lnTo>
                  <a:cubicBezTo>
                    <a:pt x="77919" y="212087"/>
                    <a:pt x="50947" y="200915"/>
                    <a:pt x="31059" y="181028"/>
                  </a:cubicBezTo>
                  <a:cubicBezTo>
                    <a:pt x="11172" y="161141"/>
                    <a:pt x="0" y="134168"/>
                    <a:pt x="0" y="106044"/>
                  </a:cubicBezTo>
                  <a:lnTo>
                    <a:pt x="0" y="106044"/>
                  </a:lnTo>
                  <a:cubicBezTo>
                    <a:pt x="0" y="77919"/>
                    <a:pt x="11172" y="50947"/>
                    <a:pt x="31059" y="31059"/>
                  </a:cubicBezTo>
                  <a:cubicBezTo>
                    <a:pt x="50947" y="11172"/>
                    <a:pt x="77919" y="0"/>
                    <a:pt x="106044" y="0"/>
                  </a:cubicBezTo>
                  <a:close/>
                </a:path>
              </a:pathLst>
            </a:custGeom>
            <a:solidFill>
              <a:srgbClr val="98D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5294"/>
              <a:ext cx="2149603" cy="76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dirty="0">
                  <a:solidFill>
                    <a:srgbClr val="000000"/>
                  </a:solidFill>
                  <a:latin typeface="KG Primary Penmanship"/>
                  <a:sym typeface="Garet"/>
                </a:rPr>
                <a:t>This certificate is proudly presented to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 lang="en-US" sz="2399" dirty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886146" y="4082103"/>
            <a:ext cx="6879975" cy="0"/>
          </a:xfrm>
          <a:prstGeom prst="line">
            <a:avLst/>
          </a:prstGeom>
          <a:ln w="38100" cap="rnd">
            <a:solidFill>
              <a:srgbClr val="3F59A8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939159" y="5843169"/>
            <a:ext cx="2205104" cy="0"/>
          </a:xfrm>
          <a:prstGeom prst="line">
            <a:avLst/>
          </a:prstGeom>
          <a:ln w="38100" cap="rnd">
            <a:solidFill>
              <a:srgbClr val="3F59A8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79613" y="6869113"/>
            <a:ext cx="4276800" cy="698291"/>
          </a:xfrm>
          <a:custGeom>
            <a:avLst/>
            <a:gdLst/>
            <a:ahLst/>
            <a:cxnLst/>
            <a:rect l="l" t="t" r="r" b="b"/>
            <a:pathLst>
              <a:path w="4276800" h="1026432">
                <a:moveTo>
                  <a:pt x="0" y="0"/>
                </a:moveTo>
                <a:lnTo>
                  <a:pt x="4276800" y="0"/>
                </a:lnTo>
                <a:lnTo>
                  <a:pt x="4276800" y="1026432"/>
                </a:lnTo>
                <a:lnTo>
                  <a:pt x="0" y="1026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46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297452" y="171390"/>
            <a:ext cx="2856675" cy="685602"/>
          </a:xfrm>
          <a:custGeom>
            <a:avLst/>
            <a:gdLst/>
            <a:ahLst/>
            <a:cxnLst/>
            <a:rect l="l" t="t" r="r" b="b"/>
            <a:pathLst>
              <a:path w="2856675" h="685602">
                <a:moveTo>
                  <a:pt x="0" y="0"/>
                </a:moveTo>
                <a:lnTo>
                  <a:pt x="2856675" y="0"/>
                </a:lnTo>
                <a:lnTo>
                  <a:pt x="2856675" y="685602"/>
                </a:lnTo>
                <a:lnTo>
                  <a:pt x="0" y="6856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742492" y="4953363"/>
            <a:ext cx="1095933" cy="1591191"/>
          </a:xfrm>
          <a:custGeom>
            <a:avLst/>
            <a:gdLst/>
            <a:ahLst/>
            <a:cxnLst/>
            <a:rect l="l" t="t" r="r" b="b"/>
            <a:pathLst>
              <a:path w="1769580" h="2569263">
                <a:moveTo>
                  <a:pt x="0" y="0"/>
                </a:moveTo>
                <a:lnTo>
                  <a:pt x="1769580" y="0"/>
                </a:lnTo>
                <a:lnTo>
                  <a:pt x="1769580" y="2569263"/>
                </a:lnTo>
                <a:lnTo>
                  <a:pt x="0" y="2569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11198" y="1325204"/>
            <a:ext cx="8657432" cy="78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7"/>
              </a:lnSpc>
            </a:pPr>
            <a:r>
              <a:rPr lang="en-US" sz="4734" dirty="0">
                <a:solidFill>
                  <a:srgbClr val="3F59A8"/>
                </a:solidFill>
                <a:latin typeface="Genty Sans"/>
                <a:ea typeface="Genty Sans"/>
                <a:cs typeface="Genty Sans"/>
                <a:sym typeface="Genty Sans"/>
              </a:rPr>
              <a:t>CERTIFICATE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6146" y="4267840"/>
            <a:ext cx="6919709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870" dirty="0">
                <a:solidFill>
                  <a:srgbClr val="000000"/>
                </a:solidFill>
                <a:latin typeface="Comic Relief"/>
                <a:sym typeface="TT Hoves"/>
              </a:rPr>
              <a:t>&lt;&lt;Description&gt;&gt;</a:t>
            </a:r>
            <a:endParaRPr lang="en-US" sz="1870" dirty="0">
              <a:solidFill>
                <a:srgbClr val="000000"/>
              </a:solidFill>
              <a:latin typeface="Comic Relief"/>
              <a:sym typeface="Garet Light"/>
            </a:endParaRPr>
          </a:p>
          <a:p>
            <a:pPr algn="ctr">
              <a:lnSpc>
                <a:spcPts val="1679"/>
              </a:lnSpc>
            </a:pPr>
            <a:endParaRPr lang="en-US" dirty="0">
              <a:solidFill>
                <a:srgbClr val="000000"/>
              </a:solidFill>
              <a:latin typeface="Garet Light"/>
              <a:ea typeface="Garet Light"/>
              <a:cs typeface="Garet Light"/>
              <a:sym typeface="Garet Light"/>
            </a:endParaRPr>
          </a:p>
          <a:p>
            <a:pPr algn="ctr">
              <a:lnSpc>
                <a:spcPts val="1927"/>
              </a:lnSpc>
            </a:pPr>
            <a:endParaRPr lang="en-US" sz="1870" dirty="0">
              <a:solidFill>
                <a:srgbClr val="000000"/>
              </a:solidFill>
              <a:latin typeface="Comic Relief"/>
              <a:ea typeface="Comic Relief"/>
              <a:cs typeface="Comic Relief"/>
              <a:sym typeface="Comic Relie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34687" y="5958393"/>
            <a:ext cx="220510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0"/>
              </a:lnSpc>
            </a:pPr>
            <a:r>
              <a:rPr lang="en-US" sz="2000" dirty="0">
                <a:solidFill>
                  <a:srgbClr val="000000"/>
                </a:solidFill>
                <a:latin typeface="KG Primary Penmanship"/>
              </a:rPr>
              <a:t>&lt;&lt;</a:t>
            </a:r>
            <a:r>
              <a:rPr lang="en-US" sz="2000" dirty="0" err="1">
                <a:solidFill>
                  <a:srgbClr val="000000"/>
                </a:solidFill>
                <a:latin typeface="KG Primary Penmanship"/>
              </a:rPr>
              <a:t>AuthorityName</a:t>
            </a:r>
            <a:r>
              <a:rPr lang="en-US" sz="2000" dirty="0">
                <a:solidFill>
                  <a:srgbClr val="000000"/>
                </a:solidFill>
                <a:latin typeface="KG Primary Penmanship"/>
              </a:rPr>
              <a:t>&gt;&gt;</a:t>
            </a:r>
            <a:endParaRPr lang="en-US" sz="2000" dirty="0">
              <a:solidFill>
                <a:srgbClr val="000000"/>
              </a:solidFill>
              <a:latin typeface="KG Primary Penmanship"/>
              <a:sym typeface="Gare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86146" y="3250610"/>
            <a:ext cx="6879975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77"/>
              </a:lnSpc>
            </a:pPr>
            <a:r>
              <a:rPr lang="en-US" sz="4800" dirty="0">
                <a:solidFill>
                  <a:srgbClr val="000000"/>
                </a:solidFill>
                <a:latin typeface="Hitch Hike"/>
              </a:rPr>
              <a:t>&lt;&lt;</a:t>
            </a:r>
            <a:r>
              <a:rPr lang="en-US" sz="4800" dirty="0" err="1">
                <a:solidFill>
                  <a:srgbClr val="000000"/>
                </a:solidFill>
                <a:latin typeface="Hitch Hike"/>
              </a:rPr>
              <a:t>CandidateName</a:t>
            </a:r>
            <a:r>
              <a:rPr lang="en-US" sz="4800" dirty="0">
                <a:solidFill>
                  <a:srgbClr val="000000"/>
                </a:solidFill>
                <a:latin typeface="Hitch Hike"/>
              </a:rPr>
              <a:t>&gt;&gt;</a:t>
            </a:r>
            <a:endParaRPr lang="en-US" sz="4800" dirty="0">
              <a:solidFill>
                <a:srgbClr val="000000"/>
              </a:solidFill>
              <a:latin typeface="Hitch Hike"/>
              <a:sym typeface="Quotes Script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8805854" y="6154840"/>
            <a:ext cx="1887546" cy="1401657"/>
          </a:xfrm>
          <a:custGeom>
            <a:avLst/>
            <a:gdLst/>
            <a:ahLst/>
            <a:cxnLst/>
            <a:rect l="l" t="t" r="r" b="b"/>
            <a:pathLst>
              <a:path w="3021600" h="2598576">
                <a:moveTo>
                  <a:pt x="0" y="0"/>
                </a:moveTo>
                <a:lnTo>
                  <a:pt x="3021600" y="0"/>
                </a:lnTo>
                <a:lnTo>
                  <a:pt x="3021600" y="2598576"/>
                </a:lnTo>
                <a:lnTo>
                  <a:pt x="0" y="259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r="-60081" b="-853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OrganizationLogo">
            <a:extLst>
              <a:ext uri="{FF2B5EF4-FFF2-40B4-BE49-F238E27FC236}">
                <a16:creationId xmlns:a16="http://schemas.microsoft.com/office/drawing/2014/main" id="{7A5FA816-8246-5494-3156-C32E3869E97D}"/>
              </a:ext>
            </a:extLst>
          </p:cNvPr>
          <p:cNvSpPr/>
          <p:nvPr/>
        </p:nvSpPr>
        <p:spPr>
          <a:xfrm flipH="1">
            <a:off x="4338965" y="70843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36E78ECF-ED08-EFF5-54E1-4F574F54D7DE}"/>
              </a:ext>
            </a:extLst>
          </p:cNvPr>
          <p:cNvSpPr txBox="1"/>
          <p:nvPr/>
        </p:nvSpPr>
        <p:spPr>
          <a:xfrm>
            <a:off x="4926275" y="384215"/>
            <a:ext cx="4742355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7"/>
              </a:lnSpc>
            </a:pPr>
            <a:r>
              <a:rPr lang="en-US" sz="1600" dirty="0">
                <a:solidFill>
                  <a:srgbClr val="3F59A8"/>
                </a:solidFill>
                <a:latin typeface="Genty Sans"/>
              </a:rPr>
              <a:t>&lt;&lt;</a:t>
            </a:r>
            <a:r>
              <a:rPr lang="en-US" sz="1600" dirty="0" err="1">
                <a:solidFill>
                  <a:srgbClr val="3F59A8"/>
                </a:solidFill>
                <a:latin typeface="Genty Sans"/>
              </a:rPr>
              <a:t>OrganizationName</a:t>
            </a:r>
            <a:r>
              <a:rPr lang="en-US" sz="1600" dirty="0">
                <a:solidFill>
                  <a:srgbClr val="3F59A8"/>
                </a:solidFill>
                <a:latin typeface="Genty Sans"/>
              </a:rPr>
              <a:t>&gt;&gt; </a:t>
            </a:r>
            <a:endParaRPr lang="en-US" sz="1600" dirty="0">
              <a:solidFill>
                <a:srgbClr val="3F59A8"/>
              </a:solidFill>
              <a:latin typeface="Genty Sans"/>
              <a:sym typeface="Garet"/>
            </a:endParaRPr>
          </a:p>
        </p:txBody>
      </p:sp>
      <p:sp>
        <p:nvSpPr>
          <p:cNvPr id="28" name="ISOLogo">
            <a:extLst>
              <a:ext uri="{FF2B5EF4-FFF2-40B4-BE49-F238E27FC236}">
                <a16:creationId xmlns:a16="http://schemas.microsoft.com/office/drawing/2014/main" id="{2569ACCC-9263-956C-C9F2-8543DFB9D0FC}"/>
              </a:ext>
            </a:extLst>
          </p:cNvPr>
          <p:cNvSpPr/>
          <p:nvPr/>
        </p:nvSpPr>
        <p:spPr>
          <a:xfrm>
            <a:off x="756000" y="1408003"/>
            <a:ext cx="1353532" cy="1376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4BC073F8-92B6-CF44-1EE2-7721D0E2BBDC}"/>
              </a:ext>
            </a:extLst>
          </p:cNvPr>
          <p:cNvSpPr txBox="1"/>
          <p:nvPr/>
        </p:nvSpPr>
        <p:spPr>
          <a:xfrm>
            <a:off x="4845200" y="6988108"/>
            <a:ext cx="2206863" cy="22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27"/>
              </a:lnSpc>
            </a:pPr>
            <a:r>
              <a:rPr lang="en-US" sz="1400" dirty="0">
                <a:solidFill>
                  <a:srgbClr val="000000"/>
                </a:solidFill>
                <a:latin typeface="Comic Relief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mic Relief"/>
              </a:rPr>
              <a:t>CertificateID</a:t>
            </a:r>
            <a:r>
              <a:rPr lang="en-US" sz="1400" dirty="0">
                <a:solidFill>
                  <a:srgbClr val="000000"/>
                </a:solidFill>
                <a:latin typeface="Comic Relief"/>
              </a:rPr>
              <a:t>&gt;&gt;</a:t>
            </a:r>
            <a:endParaRPr lang="en-US" sz="1400" dirty="0">
              <a:solidFill>
                <a:srgbClr val="000000"/>
              </a:solidFill>
              <a:latin typeface="Comic Relief"/>
              <a:sym typeface="Garet Bold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BEB9D98D-E57F-6874-62D9-B05EF3B0AB65}"/>
              </a:ext>
            </a:extLst>
          </p:cNvPr>
          <p:cNvSpPr txBox="1"/>
          <p:nvPr/>
        </p:nvSpPr>
        <p:spPr>
          <a:xfrm>
            <a:off x="3543917" y="6988108"/>
            <a:ext cx="1692109" cy="22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</a:pPr>
            <a:r>
              <a:rPr lang="en-US" sz="1400" dirty="0">
                <a:solidFill>
                  <a:srgbClr val="000000"/>
                </a:solidFill>
                <a:latin typeface="Comic Relief"/>
              </a:rPr>
              <a:t>Cert ID :</a:t>
            </a:r>
            <a:endParaRPr lang="en-US" sz="1400" dirty="0">
              <a:solidFill>
                <a:srgbClr val="000000"/>
              </a:solidFill>
              <a:latin typeface="Comic Relief"/>
              <a:sym typeface="TT Hoves"/>
            </a:endParaRPr>
          </a:p>
        </p:txBody>
      </p:sp>
      <p:sp>
        <p:nvSpPr>
          <p:cNvPr id="36" name="TextBox 17">
            <a:extLst>
              <a:ext uri="{FF2B5EF4-FFF2-40B4-BE49-F238E27FC236}">
                <a16:creationId xmlns:a16="http://schemas.microsoft.com/office/drawing/2014/main" id="{23EA6DB6-46CA-07A9-316E-DAC3AF15DC25}"/>
              </a:ext>
            </a:extLst>
          </p:cNvPr>
          <p:cNvSpPr txBox="1"/>
          <p:nvPr/>
        </p:nvSpPr>
        <p:spPr>
          <a:xfrm>
            <a:off x="6582805" y="6261567"/>
            <a:ext cx="2832039" cy="2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2200" dirty="0">
                <a:solidFill>
                  <a:srgbClr val="000000"/>
                </a:solidFill>
                <a:latin typeface="KG Primary Penmanship"/>
              </a:rPr>
              <a:t>&lt;&lt;</a:t>
            </a:r>
            <a:r>
              <a:rPr lang="en-US" sz="2200" dirty="0" err="1">
                <a:solidFill>
                  <a:srgbClr val="000000"/>
                </a:solidFill>
                <a:latin typeface="KG Primary Penmanship"/>
              </a:rPr>
              <a:t>AuthorityDesignation</a:t>
            </a:r>
            <a:r>
              <a:rPr lang="en-US" sz="2200" dirty="0">
                <a:solidFill>
                  <a:srgbClr val="000000"/>
                </a:solidFill>
                <a:latin typeface="KG Primary Penmanship"/>
              </a:rPr>
              <a:t>&gt;&gt;</a:t>
            </a:r>
            <a:endParaRPr lang="en-US" sz="2200" dirty="0">
              <a:solidFill>
                <a:srgbClr val="000000"/>
              </a:solidFill>
              <a:latin typeface="KG Primary Penmanship"/>
              <a:sym typeface="Garet"/>
            </a:endParaRPr>
          </a:p>
        </p:txBody>
      </p:sp>
      <p:sp>
        <p:nvSpPr>
          <p:cNvPr id="38" name="AuthoritySignature">
            <a:extLst>
              <a:ext uri="{FF2B5EF4-FFF2-40B4-BE49-F238E27FC236}">
                <a16:creationId xmlns:a16="http://schemas.microsoft.com/office/drawing/2014/main" id="{3559D364-BF04-7DFD-3FE2-F3A8DB081BC3}"/>
              </a:ext>
            </a:extLst>
          </p:cNvPr>
          <p:cNvSpPr/>
          <p:nvPr/>
        </p:nvSpPr>
        <p:spPr>
          <a:xfrm>
            <a:off x="6865265" y="5243008"/>
            <a:ext cx="2332998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F785C802-B1DE-3BAC-9020-A2FEEDCFB0C5}"/>
              </a:ext>
            </a:extLst>
          </p:cNvPr>
          <p:cNvSpPr txBox="1"/>
          <p:nvPr/>
        </p:nvSpPr>
        <p:spPr>
          <a:xfrm>
            <a:off x="6515700" y="5480681"/>
            <a:ext cx="3032128" cy="312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700" b="1" dirty="0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700" b="1" dirty="0" err="1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700" b="1" dirty="0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B4DD9924-2B35-F860-986D-9AA57F242375}"/>
              </a:ext>
            </a:extLst>
          </p:cNvPr>
          <p:cNvSpPr txBox="1"/>
          <p:nvPr/>
        </p:nvSpPr>
        <p:spPr>
          <a:xfrm>
            <a:off x="3937421" y="6641807"/>
            <a:ext cx="2706073" cy="22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927"/>
              </a:lnSpc>
              <a:defRPr sz="1400">
                <a:solidFill>
                  <a:srgbClr val="000000"/>
                </a:solidFill>
                <a:latin typeface="Comic Relief"/>
              </a:defRPr>
            </a:lvl1pPr>
          </a:lstStyle>
          <a:p>
            <a:pPr algn="ctr"/>
            <a:r>
              <a:rPr lang="en-US" dirty="0"/>
              <a:t>&lt;&lt;</a:t>
            </a:r>
            <a:r>
              <a:rPr lang="en-US" dirty="0" err="1"/>
              <a:t>IssueDate</a:t>
            </a:r>
            <a:r>
              <a:rPr lang="en-US" dirty="0"/>
              <a:t>&gt;&gt; </a:t>
            </a:r>
            <a:endParaRPr lang="en-US" dirty="0">
              <a:sym typeface="Garet Bold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837928-4B39-8C56-A94A-3F912F8636E3}"/>
              </a:ext>
            </a:extLst>
          </p:cNvPr>
          <p:cNvSpPr/>
          <p:nvPr/>
        </p:nvSpPr>
        <p:spPr>
          <a:xfrm>
            <a:off x="1495137" y="5104760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5" name="QRCode">
            <a:extLst>
              <a:ext uri="{FF2B5EF4-FFF2-40B4-BE49-F238E27FC236}">
                <a16:creationId xmlns:a16="http://schemas.microsoft.com/office/drawing/2014/main" id="{83A029A0-8A51-6EB0-19D0-C20E887993E0}"/>
              </a:ext>
            </a:extLst>
          </p:cNvPr>
          <p:cNvSpPr/>
          <p:nvPr/>
        </p:nvSpPr>
        <p:spPr>
          <a:xfrm>
            <a:off x="1549137" y="5159478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5074C8BC-B3E4-B1CD-1741-F7B606D61DC3}"/>
              </a:ext>
            </a:extLst>
          </p:cNvPr>
          <p:cNvSpPr txBox="1"/>
          <p:nvPr/>
        </p:nvSpPr>
        <p:spPr>
          <a:xfrm>
            <a:off x="1443246" y="6191932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37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KG Primary Penmanship</vt:lpstr>
      <vt:lpstr>Calibri</vt:lpstr>
      <vt:lpstr>Genty Sans</vt:lpstr>
      <vt:lpstr>Hitch Hike</vt:lpstr>
      <vt:lpstr>Comic Relief</vt:lpstr>
      <vt:lpstr>Garet Light</vt:lpstr>
      <vt:lpstr>Rastanty Cortez</vt:lpstr>
      <vt:lpstr>Garet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Colorful Children Certificate</dc:title>
  <cp:lastModifiedBy>Sachin Jangir</cp:lastModifiedBy>
  <cp:revision>12</cp:revision>
  <dcterms:created xsi:type="dcterms:W3CDTF">2006-08-16T00:00:00Z</dcterms:created>
  <dcterms:modified xsi:type="dcterms:W3CDTF">2026-08-24T08:08:00Z</dcterms:modified>
  <dc:identifier>DAHQ8Y8u7Vo</dc:identifier>
</cp:coreProperties>
</file>