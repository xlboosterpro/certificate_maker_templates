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moresa" charset="0"/>
      <p:regular r:id="rId3"/>
    </p:embeddedFont>
    <p:embeddedFont>
      <p:font typeface="DM Sans" pitchFamily="2" charset="0"/>
      <p:regular r:id="rId4"/>
    </p:embeddedFont>
    <p:embeddedFont>
      <p:font typeface="DM Sans Bold" charset="0"/>
      <p:regular r:id="rId5"/>
    </p:embeddedFont>
    <p:embeddedFont>
      <p:font typeface="Rastanty Cortez" panose="02000506000000020003" pitchFamily="2" charset="0"/>
      <p:regular r:id="rId6"/>
    </p:embeddedFont>
    <p:embeddedFont>
      <p:font typeface="TAN Mon Cheri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9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6375" y="289946"/>
            <a:ext cx="2322525" cy="466054"/>
          </a:xfrm>
          <a:custGeom>
            <a:avLst/>
            <a:gdLst/>
            <a:ahLst/>
            <a:cxnLst/>
            <a:rect l="l" t="t" r="r" b="b"/>
            <a:pathLst>
              <a:path w="2322525" h="466054">
                <a:moveTo>
                  <a:pt x="0" y="0"/>
                </a:moveTo>
                <a:lnTo>
                  <a:pt x="2322525" y="0"/>
                </a:lnTo>
                <a:lnTo>
                  <a:pt x="2322525" y="466054"/>
                </a:lnTo>
                <a:lnTo>
                  <a:pt x="0" y="466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49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-770801" y="1357122"/>
            <a:ext cx="2615344" cy="480992"/>
          </a:xfrm>
          <a:custGeom>
            <a:avLst/>
            <a:gdLst/>
            <a:ahLst/>
            <a:cxnLst/>
            <a:rect l="l" t="t" r="r" b="b"/>
            <a:pathLst>
              <a:path w="2615344" h="480992">
                <a:moveTo>
                  <a:pt x="0" y="0"/>
                </a:moveTo>
                <a:lnTo>
                  <a:pt x="2615344" y="0"/>
                </a:lnTo>
                <a:lnTo>
                  <a:pt x="2615344" y="480992"/>
                </a:lnTo>
                <a:lnTo>
                  <a:pt x="0" y="480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376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8073100" y="6804000"/>
            <a:ext cx="2322525" cy="466054"/>
          </a:xfrm>
          <a:custGeom>
            <a:avLst/>
            <a:gdLst/>
            <a:ahLst/>
            <a:cxnLst/>
            <a:rect l="l" t="t" r="r" b="b"/>
            <a:pathLst>
              <a:path w="2322525" h="466054">
                <a:moveTo>
                  <a:pt x="0" y="0"/>
                </a:moveTo>
                <a:lnTo>
                  <a:pt x="2322525" y="0"/>
                </a:lnTo>
                <a:lnTo>
                  <a:pt x="2322525" y="466054"/>
                </a:lnTo>
                <a:lnTo>
                  <a:pt x="0" y="466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493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>
            <a:off x="8847457" y="5721886"/>
            <a:ext cx="2615344" cy="480992"/>
          </a:xfrm>
          <a:custGeom>
            <a:avLst/>
            <a:gdLst/>
            <a:ahLst/>
            <a:cxnLst/>
            <a:rect l="l" t="t" r="r" b="b"/>
            <a:pathLst>
              <a:path w="2615344" h="480992">
                <a:moveTo>
                  <a:pt x="0" y="0"/>
                </a:moveTo>
                <a:lnTo>
                  <a:pt x="2615344" y="0"/>
                </a:lnTo>
                <a:lnTo>
                  <a:pt x="2615344" y="480992"/>
                </a:lnTo>
                <a:lnTo>
                  <a:pt x="0" y="480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9376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657585" y="3400125"/>
            <a:ext cx="7376830" cy="569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800" spc="210" dirty="0">
                <a:solidFill>
                  <a:srgbClr val="2D4796"/>
                </a:solidFill>
                <a:latin typeface="TAN Mon Cheri"/>
                <a:ea typeface="TAN Mon Cheri"/>
                <a:cs typeface="TAN Mon Cheri"/>
                <a:sym typeface="TAN Mon Cheri"/>
              </a:rPr>
              <a:t> </a:t>
            </a:r>
            <a:r>
              <a:rPr lang="en-US" sz="2800" spc="210" dirty="0">
                <a:solidFill>
                  <a:srgbClr val="2D4796"/>
                </a:solidFill>
                <a:latin typeface="TAN Mon Cheri"/>
              </a:rPr>
              <a:t>&lt;&lt;</a:t>
            </a:r>
            <a:r>
              <a:rPr lang="en-US" sz="2800" spc="210" dirty="0" err="1">
                <a:solidFill>
                  <a:srgbClr val="2D4796"/>
                </a:solidFill>
                <a:latin typeface="TAN Mon Cheri"/>
              </a:rPr>
              <a:t>CandidateName</a:t>
            </a:r>
            <a:r>
              <a:rPr lang="en-US" sz="2800" spc="210" dirty="0">
                <a:solidFill>
                  <a:srgbClr val="2D4796"/>
                </a:solidFill>
                <a:latin typeface="TAN Mon Cheri"/>
              </a:rPr>
              <a:t>&gt;&gt;</a:t>
            </a:r>
            <a:endParaRPr lang="en-US" sz="2800" spc="210" dirty="0">
              <a:solidFill>
                <a:srgbClr val="2D4796"/>
              </a:solidFill>
              <a:latin typeface="TAN Mon Cheri"/>
              <a:sym typeface="Quotes Script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331187" y="3961465"/>
            <a:ext cx="6029625" cy="19050"/>
          </a:xfrm>
          <a:prstGeom prst="line">
            <a:avLst/>
          </a:prstGeom>
          <a:ln w="19050" cap="flat">
            <a:solidFill>
              <a:srgbClr val="FFCC00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4854161" y="5369117"/>
            <a:ext cx="983678" cy="1229598"/>
          </a:xfrm>
          <a:custGeom>
            <a:avLst/>
            <a:gdLst/>
            <a:ahLst/>
            <a:cxnLst/>
            <a:rect l="l" t="t" r="r" b="b"/>
            <a:pathLst>
              <a:path w="1049188" h="1311485">
                <a:moveTo>
                  <a:pt x="0" y="0"/>
                </a:moveTo>
                <a:lnTo>
                  <a:pt x="1049188" y="0"/>
                </a:lnTo>
                <a:lnTo>
                  <a:pt x="1049188" y="1311485"/>
                </a:lnTo>
                <a:lnTo>
                  <a:pt x="0" y="13114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52407" y="1338271"/>
            <a:ext cx="810357" cy="810357"/>
          </a:xfrm>
          <a:custGeom>
            <a:avLst/>
            <a:gdLst/>
            <a:ahLst/>
            <a:cxnLst/>
            <a:rect l="l" t="t" r="r" b="b"/>
            <a:pathLst>
              <a:path w="810357" h="810357">
                <a:moveTo>
                  <a:pt x="0" y="0"/>
                </a:moveTo>
                <a:lnTo>
                  <a:pt x="810356" y="0"/>
                </a:lnTo>
                <a:lnTo>
                  <a:pt x="810356" y="810356"/>
                </a:lnTo>
                <a:lnTo>
                  <a:pt x="0" y="8103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520472" y="1130101"/>
            <a:ext cx="5651055" cy="1089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0"/>
              </a:lnSpc>
            </a:pPr>
            <a:r>
              <a:rPr lang="en-US" sz="6350" dirty="0">
                <a:solidFill>
                  <a:srgbClr val="1A3987"/>
                </a:solidFill>
                <a:latin typeface="Amoresa"/>
                <a:ea typeface="Amoresa"/>
                <a:cs typeface="Amoresa"/>
                <a:sym typeface="Amoresa"/>
              </a:rPr>
              <a:t>Certificate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25716" y="1999347"/>
            <a:ext cx="3640565" cy="676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 spc="171" dirty="0">
                <a:solidFill>
                  <a:srgbClr val="FFCC00"/>
                </a:solidFill>
                <a:latin typeface="DM Sans"/>
                <a:sym typeface="TT Hoves Bold"/>
              </a:rPr>
              <a:t>&lt;&lt;</a:t>
            </a:r>
            <a:r>
              <a:rPr lang="en-US" sz="1924" spc="171" dirty="0" err="1">
                <a:solidFill>
                  <a:srgbClr val="FFCC00"/>
                </a:solidFill>
                <a:latin typeface="DM Sans"/>
                <a:sym typeface="TT Hoves Bold"/>
              </a:rPr>
              <a:t>CertificateSubtitle</a:t>
            </a:r>
            <a:r>
              <a:rPr lang="en-US" sz="1924" spc="171" dirty="0">
                <a:solidFill>
                  <a:srgbClr val="FFCC00"/>
                </a:solidFill>
                <a:latin typeface="DM Sans"/>
                <a:sym typeface="TT Hoves Bold"/>
              </a:rPr>
              <a:t>&gt;&gt;   </a:t>
            </a:r>
          </a:p>
          <a:p>
            <a:pPr algn="ctr">
              <a:lnSpc>
                <a:spcPts val="2694"/>
              </a:lnSpc>
            </a:pPr>
            <a:endParaRPr lang="en-US" sz="1924" spc="171" dirty="0">
              <a:solidFill>
                <a:srgbClr val="FFCC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040021" y="6070755"/>
            <a:ext cx="2547148" cy="316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300" b="1" dirty="0">
                <a:solidFill>
                  <a:srgbClr val="0C0E14"/>
                </a:solidFill>
                <a:latin typeface="DM Sans Bold"/>
              </a:rPr>
              <a:t>&lt;&lt;</a:t>
            </a:r>
            <a:r>
              <a:rPr lang="en-US" sz="1300" b="1" dirty="0" err="1">
                <a:solidFill>
                  <a:srgbClr val="0C0E14"/>
                </a:solidFill>
                <a:latin typeface="DM Sans Bold"/>
              </a:rPr>
              <a:t>AuthorityName</a:t>
            </a:r>
            <a:r>
              <a:rPr lang="en-US" sz="1300" b="1" dirty="0">
                <a:solidFill>
                  <a:srgbClr val="0C0E14"/>
                </a:solidFill>
                <a:latin typeface="DM Sans Bold"/>
              </a:rPr>
              <a:t>&gt;&gt;</a:t>
            </a:r>
            <a:endParaRPr lang="en-US" sz="1300" b="1" dirty="0">
              <a:solidFill>
                <a:srgbClr val="0C0E14"/>
              </a:solidFill>
              <a:latin typeface="DM Sans Bold"/>
              <a:sym typeface="Garet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146232" y="6366600"/>
            <a:ext cx="2334726" cy="23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5"/>
              </a:lnSpc>
              <a:spcBef>
                <a:spcPct val="0"/>
              </a:spcBef>
            </a:pPr>
            <a:r>
              <a:rPr lang="en-US" sz="1347" dirty="0">
                <a:solidFill>
                  <a:srgbClr val="1A3987"/>
                </a:solidFill>
                <a:latin typeface="DM Sans"/>
              </a:rPr>
              <a:t>&lt;&lt;</a:t>
            </a:r>
            <a:r>
              <a:rPr lang="en-US" sz="1347" dirty="0" err="1">
                <a:solidFill>
                  <a:srgbClr val="1A3987"/>
                </a:solidFill>
                <a:latin typeface="DM Sans"/>
              </a:rPr>
              <a:t>AuthorityDesignation</a:t>
            </a:r>
            <a:r>
              <a:rPr lang="en-US" sz="1347" dirty="0">
                <a:solidFill>
                  <a:srgbClr val="1A3987"/>
                </a:solidFill>
                <a:latin typeface="DM Sans"/>
              </a:rPr>
              <a:t>&gt;&gt;</a:t>
            </a:r>
            <a:endParaRPr lang="en-US" sz="1347" dirty="0">
              <a:solidFill>
                <a:srgbClr val="1A3987"/>
              </a:solidFill>
              <a:latin typeface="DM Sans"/>
              <a:sym typeface="Gare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79973" y="4314525"/>
            <a:ext cx="8332054" cy="270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dirty="0">
                <a:solidFill>
                  <a:srgbClr val="0C0E14"/>
                </a:solidFill>
                <a:latin typeface="DM Sans"/>
                <a:sym typeface="TT Hoves"/>
              </a:rPr>
              <a:t>&lt;&lt;Description&gt;&gt;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20389" y="2779149"/>
            <a:ext cx="7051221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0C0E14"/>
                </a:solidFill>
                <a:latin typeface="DM Sans"/>
                <a:ea typeface="DM Sans"/>
                <a:cs typeface="DM Sans"/>
                <a:sym typeface="DM Sans"/>
              </a:rPr>
              <a:t>This certificate is proudly presented to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F78A7C-5D32-1FF4-3D6F-67DAE1ABE46F}"/>
              </a:ext>
            </a:extLst>
          </p:cNvPr>
          <p:cNvGrpSpPr/>
          <p:nvPr/>
        </p:nvGrpSpPr>
        <p:grpSpPr>
          <a:xfrm flipH="1">
            <a:off x="296375" y="4654710"/>
            <a:ext cx="2322525" cy="2615344"/>
            <a:chOff x="8246685" y="-34891"/>
            <a:chExt cx="2322525" cy="2615344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05334CF3-73F6-1307-653F-37A85AA06111}"/>
                </a:ext>
              </a:extLst>
            </p:cNvPr>
            <p:cNvSpPr/>
            <p:nvPr/>
          </p:nvSpPr>
          <p:spPr>
            <a:xfrm rot="10800000">
              <a:off x="8246685" y="2114399"/>
              <a:ext cx="2322525" cy="466054"/>
            </a:xfrm>
            <a:custGeom>
              <a:avLst/>
              <a:gdLst/>
              <a:ahLst/>
              <a:cxnLst/>
              <a:rect l="l" t="t" r="r" b="b"/>
              <a:pathLst>
                <a:path w="2322525" h="466054">
                  <a:moveTo>
                    <a:pt x="0" y="0"/>
                  </a:moveTo>
                  <a:lnTo>
                    <a:pt x="2322525" y="0"/>
                  </a:lnTo>
                  <a:lnTo>
                    <a:pt x="2322525" y="466054"/>
                  </a:lnTo>
                  <a:lnTo>
                    <a:pt x="0" y="466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49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81EB6340-042D-83CC-B262-B79BAEE96286}"/>
                </a:ext>
              </a:extLst>
            </p:cNvPr>
            <p:cNvSpPr/>
            <p:nvPr/>
          </p:nvSpPr>
          <p:spPr>
            <a:xfrm rot="16200000">
              <a:off x="9021042" y="1032285"/>
              <a:ext cx="2615344" cy="480992"/>
            </a:xfrm>
            <a:custGeom>
              <a:avLst/>
              <a:gdLst/>
              <a:ahLst/>
              <a:cxnLst/>
              <a:rect l="l" t="t" r="r" b="b"/>
              <a:pathLst>
                <a:path w="2615344" h="480992">
                  <a:moveTo>
                    <a:pt x="0" y="0"/>
                  </a:moveTo>
                  <a:lnTo>
                    <a:pt x="2615344" y="0"/>
                  </a:lnTo>
                  <a:lnTo>
                    <a:pt x="2615344" y="480992"/>
                  </a:lnTo>
                  <a:lnTo>
                    <a:pt x="0" y="480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9376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DC0DFE2-CE10-5A21-DE82-110E2580860D}"/>
              </a:ext>
            </a:extLst>
          </p:cNvPr>
          <p:cNvGrpSpPr/>
          <p:nvPr/>
        </p:nvGrpSpPr>
        <p:grpSpPr>
          <a:xfrm flipV="1">
            <a:off x="8073100" y="288997"/>
            <a:ext cx="2322525" cy="2615344"/>
            <a:chOff x="8015509" y="-71112"/>
            <a:chExt cx="2322525" cy="2615344"/>
          </a:xfrm>
        </p:grpSpPr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844F1355-6740-8A69-8ECB-9BB2C71C0720}"/>
                </a:ext>
              </a:extLst>
            </p:cNvPr>
            <p:cNvSpPr/>
            <p:nvPr/>
          </p:nvSpPr>
          <p:spPr>
            <a:xfrm rot="10800000">
              <a:off x="8015509" y="2078178"/>
              <a:ext cx="2322525" cy="466054"/>
            </a:xfrm>
            <a:custGeom>
              <a:avLst/>
              <a:gdLst/>
              <a:ahLst/>
              <a:cxnLst/>
              <a:rect l="l" t="t" r="r" b="b"/>
              <a:pathLst>
                <a:path w="2322525" h="466054">
                  <a:moveTo>
                    <a:pt x="0" y="0"/>
                  </a:moveTo>
                  <a:lnTo>
                    <a:pt x="2322525" y="0"/>
                  </a:lnTo>
                  <a:lnTo>
                    <a:pt x="2322525" y="466054"/>
                  </a:lnTo>
                  <a:lnTo>
                    <a:pt x="0" y="466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t="-549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EC1B1CF2-F2A8-E654-37A8-59AFD3095021}"/>
                </a:ext>
              </a:extLst>
            </p:cNvPr>
            <p:cNvSpPr/>
            <p:nvPr/>
          </p:nvSpPr>
          <p:spPr>
            <a:xfrm rot="16200000">
              <a:off x="8789866" y="996064"/>
              <a:ext cx="2615344" cy="480992"/>
            </a:xfrm>
            <a:custGeom>
              <a:avLst/>
              <a:gdLst/>
              <a:ahLst/>
              <a:cxnLst/>
              <a:rect l="l" t="t" r="r" b="b"/>
              <a:pathLst>
                <a:path w="2615344" h="480992">
                  <a:moveTo>
                    <a:pt x="0" y="0"/>
                  </a:moveTo>
                  <a:lnTo>
                    <a:pt x="2615344" y="0"/>
                  </a:lnTo>
                  <a:lnTo>
                    <a:pt x="2615344" y="480992"/>
                  </a:lnTo>
                  <a:lnTo>
                    <a:pt x="0" y="480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b="-9376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OrganizationLogo">
            <a:extLst>
              <a:ext uri="{FF2B5EF4-FFF2-40B4-BE49-F238E27FC236}">
                <a16:creationId xmlns:a16="http://schemas.microsoft.com/office/drawing/2014/main" id="{85792CBD-EEE8-1FB5-8E70-D3DF3CFC1BDF}"/>
              </a:ext>
            </a:extLst>
          </p:cNvPr>
          <p:cNvSpPr/>
          <p:nvPr/>
        </p:nvSpPr>
        <p:spPr>
          <a:xfrm flipH="1">
            <a:off x="1218359" y="1321923"/>
            <a:ext cx="835151" cy="8351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E5C85E2-6D4B-9E23-0880-063752BFBB5B}"/>
              </a:ext>
            </a:extLst>
          </p:cNvPr>
          <p:cNvSpPr txBox="1"/>
          <p:nvPr/>
        </p:nvSpPr>
        <p:spPr>
          <a:xfrm>
            <a:off x="100430" y="2219870"/>
            <a:ext cx="3114310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2"/>
              </a:lnSpc>
            </a:pPr>
            <a:r>
              <a:rPr lang="en-US" sz="1400" b="1" dirty="0">
                <a:solidFill>
                  <a:srgbClr val="0C0E14"/>
                </a:solidFill>
                <a:latin typeface="DM Sans Bold"/>
              </a:rPr>
              <a:t>&lt;&lt;</a:t>
            </a:r>
            <a:r>
              <a:rPr lang="en-US" sz="1300" b="1" dirty="0" err="1">
                <a:solidFill>
                  <a:srgbClr val="0C0E14"/>
                </a:solidFill>
                <a:latin typeface="DM Sans Bold"/>
              </a:rPr>
              <a:t>OrganizationName</a:t>
            </a:r>
            <a:r>
              <a:rPr lang="en-US" sz="1400" b="1" dirty="0">
                <a:solidFill>
                  <a:srgbClr val="0C0E14"/>
                </a:solidFill>
                <a:latin typeface="DM Sans Bold"/>
              </a:rPr>
              <a:t>&gt;&gt; </a:t>
            </a:r>
            <a:endParaRPr lang="en-US" sz="1400" b="1" dirty="0">
              <a:solidFill>
                <a:srgbClr val="0C0E14"/>
              </a:solidFill>
              <a:latin typeface="DM Sans Bold"/>
              <a:sym typeface="Garet"/>
            </a:endParaRPr>
          </a:p>
        </p:txBody>
      </p:sp>
      <p:sp>
        <p:nvSpPr>
          <p:cNvPr id="13" name="TextBox 18">
            <a:extLst>
              <a:ext uri="{FF2B5EF4-FFF2-40B4-BE49-F238E27FC236}">
                <a16:creationId xmlns:a16="http://schemas.microsoft.com/office/drawing/2014/main" id="{910D5BAB-7010-D3F3-DBC1-963088B20E7B}"/>
              </a:ext>
            </a:extLst>
          </p:cNvPr>
          <p:cNvSpPr txBox="1"/>
          <p:nvPr/>
        </p:nvSpPr>
        <p:spPr>
          <a:xfrm>
            <a:off x="4948673" y="7165266"/>
            <a:ext cx="2480688" cy="23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5"/>
              </a:lnSpc>
              <a:spcBef>
                <a:spcPct val="0"/>
              </a:spcBef>
            </a:pPr>
            <a:r>
              <a:rPr lang="en-US" sz="1347" dirty="0">
                <a:solidFill>
                  <a:srgbClr val="1A3987"/>
                </a:solidFill>
                <a:latin typeface="DM Sans"/>
              </a:rPr>
              <a:t>&lt;&lt;</a:t>
            </a:r>
            <a:r>
              <a:rPr lang="en-US" sz="1347" dirty="0" err="1">
                <a:solidFill>
                  <a:srgbClr val="1A3987"/>
                </a:solidFill>
                <a:latin typeface="DM Sans"/>
              </a:rPr>
              <a:t>CertificateID</a:t>
            </a:r>
            <a:r>
              <a:rPr lang="en-US" sz="1347" dirty="0">
                <a:solidFill>
                  <a:srgbClr val="1A3987"/>
                </a:solidFill>
                <a:latin typeface="DM Sans"/>
              </a:rPr>
              <a:t>&gt;&gt;</a:t>
            </a:r>
            <a:endParaRPr lang="en-US" sz="1347" dirty="0">
              <a:solidFill>
                <a:srgbClr val="1A3987"/>
              </a:solidFill>
              <a:latin typeface="DM Sans"/>
              <a:sym typeface="Garet Bold"/>
            </a:endParaRP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168CF780-4FC1-B1D2-7CCB-FF8E31354588}"/>
              </a:ext>
            </a:extLst>
          </p:cNvPr>
          <p:cNvSpPr txBox="1"/>
          <p:nvPr/>
        </p:nvSpPr>
        <p:spPr>
          <a:xfrm>
            <a:off x="3698951" y="7165266"/>
            <a:ext cx="1692109" cy="23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85"/>
              </a:lnSpc>
              <a:spcBef>
                <a:spcPct val="0"/>
              </a:spcBef>
            </a:pPr>
            <a:r>
              <a:rPr lang="en-US" sz="1347" dirty="0">
                <a:solidFill>
                  <a:srgbClr val="1A3987"/>
                </a:solidFill>
                <a:latin typeface="DM Sans"/>
              </a:rPr>
              <a:t>Cert ID :</a:t>
            </a:r>
            <a:endParaRPr lang="en-US" sz="1347" dirty="0">
              <a:solidFill>
                <a:srgbClr val="1A3987"/>
              </a:solidFill>
              <a:latin typeface="DM Sans"/>
              <a:sym typeface="TT Hoves"/>
            </a:endParaRPr>
          </a:p>
        </p:txBody>
      </p:sp>
      <p:sp>
        <p:nvSpPr>
          <p:cNvPr id="30" name="ISOLogo">
            <a:extLst>
              <a:ext uri="{FF2B5EF4-FFF2-40B4-BE49-F238E27FC236}">
                <a16:creationId xmlns:a16="http://schemas.microsoft.com/office/drawing/2014/main" id="{74A11D22-0E31-3158-8E1C-9BEABA701DF7}"/>
              </a:ext>
            </a:extLst>
          </p:cNvPr>
          <p:cNvSpPr/>
          <p:nvPr/>
        </p:nvSpPr>
        <p:spPr>
          <a:xfrm>
            <a:off x="8417832" y="1236978"/>
            <a:ext cx="1250495" cy="12504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63B48A2A-536A-09C3-7203-570FFBC7265C}"/>
              </a:ext>
            </a:extLst>
          </p:cNvPr>
          <p:cNvSpPr txBox="1"/>
          <p:nvPr/>
        </p:nvSpPr>
        <p:spPr>
          <a:xfrm>
            <a:off x="4270414" y="6831899"/>
            <a:ext cx="2151172" cy="23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85"/>
              </a:lnSpc>
              <a:spcBef>
                <a:spcPct val="0"/>
              </a:spcBef>
            </a:pPr>
            <a:r>
              <a:rPr lang="en-US" sz="1347" dirty="0">
                <a:solidFill>
                  <a:srgbClr val="1A3987"/>
                </a:solidFill>
                <a:latin typeface="DM Sans"/>
              </a:rPr>
              <a:t>&lt;&lt;</a:t>
            </a:r>
            <a:r>
              <a:rPr lang="en-US" sz="1347" dirty="0" err="1">
                <a:solidFill>
                  <a:srgbClr val="1A3987"/>
                </a:solidFill>
                <a:latin typeface="DM Sans"/>
              </a:rPr>
              <a:t>IssueDate</a:t>
            </a:r>
            <a:r>
              <a:rPr lang="en-US" sz="1347" dirty="0">
                <a:solidFill>
                  <a:srgbClr val="1A3987"/>
                </a:solidFill>
                <a:latin typeface="DM Sans"/>
              </a:rPr>
              <a:t>&gt;&gt; </a:t>
            </a:r>
            <a:endParaRPr lang="en-US" sz="1347" dirty="0">
              <a:solidFill>
                <a:srgbClr val="1A3987"/>
              </a:solidFill>
              <a:latin typeface="DM Sans"/>
              <a:sym typeface="Garet Bold"/>
            </a:endParaRPr>
          </a:p>
        </p:txBody>
      </p:sp>
      <p:sp>
        <p:nvSpPr>
          <p:cNvPr id="34" name="AuthoritySignature">
            <a:extLst>
              <a:ext uri="{FF2B5EF4-FFF2-40B4-BE49-F238E27FC236}">
                <a16:creationId xmlns:a16="http://schemas.microsoft.com/office/drawing/2014/main" id="{160836BC-1F90-4A89-ACA3-4F6997EDD79F}"/>
              </a:ext>
            </a:extLst>
          </p:cNvPr>
          <p:cNvSpPr/>
          <p:nvPr/>
        </p:nvSpPr>
        <p:spPr>
          <a:xfrm>
            <a:off x="7297081" y="5532400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2E0BA42C-6078-8537-340A-E2A9C25CEFC3}"/>
              </a:ext>
            </a:extLst>
          </p:cNvPr>
          <p:cNvSpPr txBox="1"/>
          <p:nvPr/>
        </p:nvSpPr>
        <p:spPr>
          <a:xfrm>
            <a:off x="6785929" y="5800455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b="1" dirty="0">
                <a:solidFill>
                  <a:srgbClr val="1A3987"/>
                </a:solidFill>
                <a:latin typeface="Rastanty Cortez" panose="02000506000000020003" pitchFamily="2" charset="0"/>
                <a:sym typeface="TT Hoves"/>
              </a:rPr>
              <a:t>&lt;&lt;</a:t>
            </a:r>
            <a:r>
              <a:rPr lang="en-US" sz="3600" b="1" dirty="0" err="1">
                <a:solidFill>
                  <a:srgbClr val="1A3987"/>
                </a:solidFill>
                <a:latin typeface="Rastanty Cortez" panose="02000506000000020003" pitchFamily="2" charset="0"/>
                <a:sym typeface="TT Hoves"/>
              </a:rPr>
              <a:t>AuthoritySignatureText</a:t>
            </a:r>
            <a:r>
              <a:rPr lang="en-US" sz="3600" b="1" dirty="0">
                <a:solidFill>
                  <a:srgbClr val="1A3987"/>
                </a:solidFill>
                <a:latin typeface="Rastanty Cortez" panose="02000506000000020003" pitchFamily="2" charset="0"/>
                <a:sym typeface="TT Hoves"/>
              </a:rPr>
              <a:t>&gt;&gt;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1DC62B-F2EA-E696-8021-5DA0916E3228}"/>
              </a:ext>
            </a:extLst>
          </p:cNvPr>
          <p:cNvCxnSpPr/>
          <p:nvPr/>
        </p:nvCxnSpPr>
        <p:spPr>
          <a:xfrm>
            <a:off x="7235193" y="6145254"/>
            <a:ext cx="2133600" cy="0"/>
          </a:xfrm>
          <a:prstGeom prst="line">
            <a:avLst/>
          </a:prstGeom>
          <a:ln>
            <a:solidFill>
              <a:srgbClr val="1A39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4AAE23-350E-A5C7-264D-A0495C011DB1}"/>
              </a:ext>
            </a:extLst>
          </p:cNvPr>
          <p:cNvSpPr/>
          <p:nvPr/>
        </p:nvSpPr>
        <p:spPr>
          <a:xfrm>
            <a:off x="1788823" y="5279647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0" name="QRCode">
            <a:extLst>
              <a:ext uri="{FF2B5EF4-FFF2-40B4-BE49-F238E27FC236}">
                <a16:creationId xmlns:a16="http://schemas.microsoft.com/office/drawing/2014/main" id="{EB9C0C80-1CB1-BB52-B143-EC8A84ED2425}"/>
              </a:ext>
            </a:extLst>
          </p:cNvPr>
          <p:cNvSpPr/>
          <p:nvPr/>
        </p:nvSpPr>
        <p:spPr>
          <a:xfrm>
            <a:off x="1842823" y="5333647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5EB066C8-745A-9C5B-58F1-77C6B56C55FD}"/>
              </a:ext>
            </a:extLst>
          </p:cNvPr>
          <p:cNvSpPr txBox="1"/>
          <p:nvPr/>
        </p:nvSpPr>
        <p:spPr>
          <a:xfrm>
            <a:off x="1735835" y="6346447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41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TAN Mon Cheri</vt:lpstr>
      <vt:lpstr>Calibri</vt:lpstr>
      <vt:lpstr>DM Sans Bold</vt:lpstr>
      <vt:lpstr>Rastanty Cortez</vt:lpstr>
      <vt:lpstr>Amoresa</vt:lpstr>
      <vt:lpstr>DM Sans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Yellow and White Modern Achievement Certificate</dc:title>
  <cp:lastModifiedBy>Sachin Jangir</cp:lastModifiedBy>
  <cp:revision>11</cp:revision>
  <dcterms:created xsi:type="dcterms:W3CDTF">2006-08-16T00:00:00Z</dcterms:created>
  <dcterms:modified xsi:type="dcterms:W3CDTF">2026-08-24T07:55:50Z</dcterms:modified>
  <dc:identifier>DAHSm2KxzZY</dc:identifier>
</cp:coreProperties>
</file>