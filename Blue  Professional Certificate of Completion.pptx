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Garet Light" panose="020B0604020202020204" charset="0"/>
      <p:regular r:id="rId3"/>
    </p:embeddedFont>
    <p:embeddedFont>
      <p:font typeface="Great Vibes" panose="020B0604020202020204" charset="0"/>
      <p:regular r:id="rId4"/>
    </p:embeddedFont>
    <p:embeddedFont>
      <p:font typeface="Norwester" panose="020B0604020202020204" charset="0"/>
      <p:regular r:id="rId5"/>
    </p:embeddedFont>
    <p:embeddedFont>
      <p:font typeface="Noto Serif" panose="02020600060500020200" pitchFamily="18" charset="0"/>
      <p:regular r:id="rId6"/>
    </p:embeddedFont>
    <p:embeddedFont>
      <p:font typeface="Rastanty Cortez" panose="02000506000000020003" pitchFamily="2" charset="0"/>
      <p:regular r:id="rId7"/>
    </p:embeddedFont>
    <p:embeddedFont>
      <p:font typeface="TT Hoves" panose="020B0604020202020204" charset="0"/>
      <p:regular r:id="rId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0E477D"/>
    <a:srgbClr val="348C9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6.fntdata"/><Relationship Id="rId3" Type="http://schemas.openxmlformats.org/officeDocument/2006/relationships/font" Target="fonts/font1.fntdata"/><Relationship Id="rId7" Type="http://schemas.openxmlformats.org/officeDocument/2006/relationships/font" Target="fonts/font5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11" Type="http://schemas.openxmlformats.org/officeDocument/2006/relationships/theme" Target="theme/theme1.xml"/><Relationship Id="rId5" Type="http://schemas.openxmlformats.org/officeDocument/2006/relationships/font" Target="fonts/font3.fntdata"/><Relationship Id="rId10" Type="http://schemas.openxmlformats.org/officeDocument/2006/relationships/viewProps" Target="viewProps.xml"/><Relationship Id="rId4" Type="http://schemas.openxmlformats.org/officeDocument/2006/relationships/font" Target="fonts/font2.fntdata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45781" y="314678"/>
            <a:ext cx="9800439" cy="6930644"/>
            <a:chOff x="0" y="0"/>
            <a:chExt cx="3512256" cy="2483786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512256" cy="2483786"/>
            </a:xfrm>
            <a:custGeom>
              <a:avLst/>
              <a:gdLst/>
              <a:ahLst/>
              <a:cxnLst/>
              <a:rect l="l" t="t" r="r" b="b"/>
              <a:pathLst>
                <a:path w="3512256" h="2483786">
                  <a:moveTo>
                    <a:pt x="0" y="0"/>
                  </a:moveTo>
                  <a:lnTo>
                    <a:pt x="3512256" y="0"/>
                  </a:lnTo>
                  <a:lnTo>
                    <a:pt x="3512256" y="2483786"/>
                  </a:lnTo>
                  <a:lnTo>
                    <a:pt x="0" y="2483786"/>
                  </a:lnTo>
                  <a:close/>
                </a:path>
              </a:pathLst>
            </a:custGeom>
            <a:ln w="9525" cap="sq">
              <a:solidFill>
                <a:srgbClr val="49B5C0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3512256" cy="252188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2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82204" y="473839"/>
            <a:ext cx="9527592" cy="6612323"/>
            <a:chOff x="0" y="0"/>
            <a:chExt cx="3414474" cy="23697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414474" cy="2369707"/>
            </a:xfrm>
            <a:custGeom>
              <a:avLst/>
              <a:gdLst/>
              <a:ahLst/>
              <a:cxnLst/>
              <a:rect l="l" t="t" r="r" b="b"/>
              <a:pathLst>
                <a:path w="3414474" h="2369707">
                  <a:moveTo>
                    <a:pt x="0" y="0"/>
                  </a:moveTo>
                  <a:lnTo>
                    <a:pt x="3414474" y="0"/>
                  </a:lnTo>
                  <a:lnTo>
                    <a:pt x="3414474" y="2369707"/>
                  </a:lnTo>
                  <a:lnTo>
                    <a:pt x="0" y="2369707"/>
                  </a:lnTo>
                  <a:close/>
                </a:path>
              </a:pathLst>
            </a:custGeom>
            <a:ln w="28575" cap="sq">
              <a:solidFill>
                <a:srgbClr val="283B7B"/>
              </a:solidFill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3414474" cy="2407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02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flipH="1">
            <a:off x="-1402" y="3583719"/>
            <a:ext cx="7472247" cy="3972781"/>
          </a:xfrm>
          <a:custGeom>
            <a:avLst/>
            <a:gdLst/>
            <a:ahLst/>
            <a:cxnLst/>
            <a:rect l="l" t="t" r="r" b="b"/>
            <a:pathLst>
              <a:path w="10711315" h="5180381">
                <a:moveTo>
                  <a:pt x="10711315" y="0"/>
                </a:moveTo>
                <a:lnTo>
                  <a:pt x="0" y="0"/>
                </a:lnTo>
                <a:lnTo>
                  <a:pt x="0" y="5180381"/>
                </a:lnTo>
                <a:lnTo>
                  <a:pt x="10711315" y="5180381"/>
                </a:lnTo>
                <a:lnTo>
                  <a:pt x="1071131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t="-1" r="-43348" b="-3039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-10800000" flipH="1">
            <a:off x="2709327" y="-1"/>
            <a:ext cx="7984074" cy="3953502"/>
          </a:xfrm>
          <a:custGeom>
            <a:avLst/>
            <a:gdLst/>
            <a:ahLst/>
            <a:cxnLst/>
            <a:rect l="l" t="t" r="r" b="b"/>
            <a:pathLst>
              <a:path w="10711315" h="5180381">
                <a:moveTo>
                  <a:pt x="10711315" y="0"/>
                </a:moveTo>
                <a:lnTo>
                  <a:pt x="0" y="0"/>
                </a:lnTo>
                <a:lnTo>
                  <a:pt x="0" y="5180382"/>
                </a:lnTo>
                <a:lnTo>
                  <a:pt x="10711315" y="5180382"/>
                </a:lnTo>
                <a:lnTo>
                  <a:pt x="10711315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 l="-1" t="-1" r="-34159" b="-31032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155700" y="2849967"/>
            <a:ext cx="8442268" cy="11560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091"/>
              </a:lnSpc>
              <a:spcBef>
                <a:spcPct val="0"/>
              </a:spcBef>
            </a:pPr>
            <a:r>
              <a:rPr lang="en-US" sz="4800" spc="-144" dirty="0">
                <a:solidFill>
                  <a:srgbClr val="0E477D"/>
                </a:solidFill>
                <a:latin typeface="Great Vibes"/>
              </a:rPr>
              <a:t>&lt;&lt;</a:t>
            </a:r>
            <a:r>
              <a:rPr lang="en-US" sz="4800" spc="-144" dirty="0" err="1">
                <a:solidFill>
                  <a:srgbClr val="0E477D"/>
                </a:solidFill>
                <a:latin typeface="Great Vibes"/>
              </a:rPr>
              <a:t>CandidateName</a:t>
            </a:r>
            <a:r>
              <a:rPr lang="en-US" sz="4800" spc="-144" dirty="0">
                <a:solidFill>
                  <a:srgbClr val="0E477D"/>
                </a:solidFill>
                <a:latin typeface="Great Vibes"/>
              </a:rPr>
              <a:t>&gt;&gt;</a:t>
            </a:r>
            <a:endParaRPr lang="en-US" sz="4800" spc="-144" dirty="0">
              <a:solidFill>
                <a:srgbClr val="0E477D"/>
              </a:solidFill>
              <a:latin typeface="Great Vibes"/>
              <a:sym typeface="Quotes Script"/>
            </a:endParaRPr>
          </a:p>
        </p:txBody>
      </p:sp>
      <p:sp>
        <p:nvSpPr>
          <p:cNvPr id="11" name="AutoShape 11"/>
          <p:cNvSpPr/>
          <p:nvPr/>
        </p:nvSpPr>
        <p:spPr>
          <a:xfrm rot="-25039">
            <a:off x="2746727" y="3953751"/>
            <a:ext cx="5198545" cy="0"/>
          </a:xfrm>
          <a:prstGeom prst="line">
            <a:avLst/>
          </a:prstGeom>
          <a:ln w="38100" cap="flat">
            <a:solidFill>
              <a:srgbClr val="49B5C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4" name="AutoShape 14"/>
          <p:cNvSpPr/>
          <p:nvPr/>
        </p:nvSpPr>
        <p:spPr>
          <a:xfrm>
            <a:off x="7198075" y="5816742"/>
            <a:ext cx="1767686" cy="0"/>
          </a:xfrm>
          <a:prstGeom prst="line">
            <a:avLst/>
          </a:prstGeom>
          <a:ln w="38100" cap="flat">
            <a:solidFill>
              <a:srgbClr val="49B5C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>
            <a:off x="4805998" y="5044029"/>
            <a:ext cx="1080000" cy="1311258"/>
          </a:xfrm>
          <a:custGeom>
            <a:avLst/>
            <a:gdLst/>
            <a:ahLst/>
            <a:cxnLst/>
            <a:rect l="l" t="t" r="r" b="b"/>
            <a:pathLst>
              <a:path w="1157512" h="1405367">
                <a:moveTo>
                  <a:pt x="0" y="0"/>
                </a:moveTo>
                <a:lnTo>
                  <a:pt x="1157512" y="0"/>
                </a:lnTo>
                <a:lnTo>
                  <a:pt x="1157512" y="1405368"/>
                </a:lnTo>
                <a:lnTo>
                  <a:pt x="0" y="140536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TextBox 16"/>
          <p:cNvSpPr txBox="1"/>
          <p:nvPr/>
        </p:nvSpPr>
        <p:spPr>
          <a:xfrm>
            <a:off x="2024058" y="1072751"/>
            <a:ext cx="6643883" cy="7319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56"/>
              </a:lnSpc>
              <a:spcBef>
                <a:spcPct val="0"/>
              </a:spcBef>
            </a:pPr>
            <a:r>
              <a:rPr lang="en-US" sz="4540" dirty="0">
                <a:solidFill>
                  <a:srgbClr val="0E477D"/>
                </a:solidFill>
                <a:latin typeface="Norwester"/>
                <a:ea typeface="Norwester"/>
                <a:cs typeface="Norwester"/>
                <a:sym typeface="Norwester"/>
              </a:rPr>
              <a:t>Certificate of Completion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3365413" y="2692106"/>
            <a:ext cx="3961171" cy="3260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2668"/>
              </a:lnSpc>
              <a:spcBef>
                <a:spcPct val="0"/>
              </a:spcBef>
            </a:pPr>
            <a:r>
              <a:rPr lang="en-US" sz="1905" u="none" spc="41" dirty="0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This is presented to :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627017" y="4136887"/>
            <a:ext cx="5437966" cy="218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79"/>
              </a:lnSpc>
            </a:pPr>
            <a:r>
              <a:rPr lang="en-US" dirty="0">
                <a:solidFill>
                  <a:srgbClr val="194FA5"/>
                </a:solidFill>
                <a:latin typeface="TT Hoves"/>
                <a:ea typeface="TT Hoves"/>
                <a:cs typeface="TT Hoves"/>
                <a:sym typeface="TT Hoves"/>
              </a:rPr>
              <a:t> </a:t>
            </a:r>
            <a:r>
              <a:rPr lang="en-US" sz="1659" spc="36" dirty="0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TT Hoves"/>
              </a:rPr>
              <a:t>&lt;&lt;Description&gt;&gt;</a:t>
            </a:r>
            <a:endParaRPr lang="en-US" sz="1600" dirty="0">
              <a:solidFill>
                <a:srgbClr val="000000"/>
              </a:solidFill>
              <a:latin typeface="Garet Light"/>
              <a:ea typeface="Garet Light"/>
              <a:cs typeface="Garet Light"/>
              <a:sym typeface="Garet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6788608" y="5773611"/>
            <a:ext cx="2575705" cy="3244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  <a:spcBef>
                <a:spcPct val="0"/>
              </a:spcBef>
            </a:pPr>
            <a:r>
              <a:rPr lang="en-US" sz="1400" dirty="0">
                <a:solidFill>
                  <a:srgbClr val="0E477D"/>
                </a:solidFill>
                <a:latin typeface="Norwester"/>
                <a:ea typeface="Norwester"/>
                <a:cs typeface="Norwester"/>
                <a:sym typeface="Norwester"/>
              </a:rPr>
              <a:t> </a:t>
            </a:r>
            <a:r>
              <a:rPr lang="en-US" sz="1400" dirty="0">
                <a:solidFill>
                  <a:srgbClr val="0E477D"/>
                </a:solidFill>
                <a:latin typeface="Norwester"/>
              </a:rPr>
              <a:t>&lt;&lt;</a:t>
            </a:r>
            <a:r>
              <a:rPr lang="en-US" sz="1400" dirty="0" err="1">
                <a:solidFill>
                  <a:srgbClr val="0E477D"/>
                </a:solidFill>
                <a:latin typeface="Norwester"/>
              </a:rPr>
              <a:t>AuthorityName</a:t>
            </a:r>
            <a:r>
              <a:rPr lang="en-US" sz="1400" dirty="0">
                <a:solidFill>
                  <a:srgbClr val="0E477D"/>
                </a:solidFill>
                <a:latin typeface="Norwester"/>
              </a:rPr>
              <a:t>&gt;&gt;</a:t>
            </a:r>
            <a:endParaRPr lang="en-US" sz="1400" dirty="0">
              <a:solidFill>
                <a:srgbClr val="0E477D"/>
              </a:solidFill>
              <a:latin typeface="Norwester"/>
              <a:sym typeface="Garet Bold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6788608" y="6109860"/>
            <a:ext cx="2575705" cy="4218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7"/>
              </a:lnSpc>
              <a:spcBef>
                <a:spcPct val="0"/>
              </a:spcBef>
            </a:pPr>
            <a:r>
              <a:rPr lang="en-US" sz="1100" dirty="0">
                <a:solidFill>
                  <a:srgbClr val="0E477D"/>
                </a:solidFill>
                <a:latin typeface="Noto Serif"/>
                <a:ea typeface="Noto Serif"/>
                <a:cs typeface="Noto Serif"/>
                <a:sym typeface="Noto Serif"/>
              </a:rPr>
              <a:t> </a:t>
            </a:r>
            <a:r>
              <a:rPr lang="en-US" sz="1100" dirty="0">
                <a:solidFill>
                  <a:srgbClr val="0E477D"/>
                </a:solidFill>
                <a:latin typeface="Noto Serif"/>
                <a:ea typeface="Noto Serif"/>
                <a:cs typeface="Noto Serif"/>
              </a:rPr>
              <a:t>&lt;&lt;</a:t>
            </a:r>
            <a:r>
              <a:rPr lang="en-US" sz="1100" dirty="0" err="1">
                <a:solidFill>
                  <a:srgbClr val="0E477D"/>
                </a:solidFill>
                <a:latin typeface="Noto Serif"/>
                <a:ea typeface="Noto Serif"/>
                <a:cs typeface="Noto Serif"/>
              </a:rPr>
              <a:t>AuthorityDesignation</a:t>
            </a:r>
            <a:r>
              <a:rPr lang="en-US" sz="1100" dirty="0">
                <a:solidFill>
                  <a:srgbClr val="0E477D"/>
                </a:solidFill>
                <a:latin typeface="Noto Serif"/>
                <a:ea typeface="Noto Serif"/>
                <a:cs typeface="Noto Serif"/>
              </a:rPr>
              <a:t>&gt;&gt;</a:t>
            </a:r>
            <a:endParaRPr lang="en-US" sz="1100" dirty="0">
              <a:solidFill>
                <a:srgbClr val="0E477D"/>
              </a:solidFill>
              <a:latin typeface="Noto Serif"/>
              <a:ea typeface="Noto Serif"/>
              <a:cs typeface="Noto Serif"/>
              <a:sym typeface="Garet"/>
            </a:endParaRPr>
          </a:p>
          <a:p>
            <a:pPr algn="ctr">
              <a:lnSpc>
                <a:spcPts val="1707"/>
              </a:lnSpc>
              <a:spcBef>
                <a:spcPct val="0"/>
              </a:spcBef>
            </a:pPr>
            <a:endParaRPr lang="en-US" sz="1100" dirty="0">
              <a:solidFill>
                <a:srgbClr val="0E477D"/>
              </a:solidFill>
              <a:latin typeface="Noto Serif"/>
              <a:ea typeface="Noto Serif"/>
              <a:cs typeface="Noto Serif"/>
              <a:sym typeface="Noto Serif"/>
            </a:endParaRPr>
          </a:p>
        </p:txBody>
      </p:sp>
      <p:sp>
        <p:nvSpPr>
          <p:cNvPr id="24" name="OrganizationLogo">
            <a:extLst>
              <a:ext uri="{FF2B5EF4-FFF2-40B4-BE49-F238E27FC236}">
                <a16:creationId xmlns:a16="http://schemas.microsoft.com/office/drawing/2014/main" id="{F5057074-C8E9-0559-B746-BE5A0B092AA7}"/>
              </a:ext>
            </a:extLst>
          </p:cNvPr>
          <p:cNvSpPr/>
          <p:nvPr/>
        </p:nvSpPr>
        <p:spPr>
          <a:xfrm flipH="1">
            <a:off x="743955" y="615451"/>
            <a:ext cx="540000" cy="5400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TextBox 11">
            <a:extLst>
              <a:ext uri="{FF2B5EF4-FFF2-40B4-BE49-F238E27FC236}">
                <a16:creationId xmlns:a16="http://schemas.microsoft.com/office/drawing/2014/main" id="{A4111AF6-832E-A767-0861-22BB75E7896D}"/>
              </a:ext>
            </a:extLst>
          </p:cNvPr>
          <p:cNvSpPr txBox="1"/>
          <p:nvPr/>
        </p:nvSpPr>
        <p:spPr>
          <a:xfrm>
            <a:off x="1331265" y="150741"/>
            <a:ext cx="5457343" cy="836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8095"/>
              </a:lnSpc>
            </a:pPr>
            <a:r>
              <a:rPr lang="en-US" dirty="0">
                <a:solidFill>
                  <a:srgbClr val="06325A"/>
                </a:solidFill>
                <a:latin typeface="TT Hoves"/>
              </a:rPr>
              <a:t>&lt;&lt;</a:t>
            </a:r>
            <a:r>
              <a:rPr lang="en-US" dirty="0" err="1">
                <a:solidFill>
                  <a:srgbClr val="06325A"/>
                </a:solidFill>
                <a:latin typeface="TT Hoves"/>
              </a:rPr>
              <a:t>OrganizationName</a:t>
            </a:r>
            <a:r>
              <a:rPr lang="en-US" dirty="0">
                <a:solidFill>
                  <a:srgbClr val="06325A"/>
                </a:solidFill>
                <a:latin typeface="TT Hoves"/>
              </a:rPr>
              <a:t>&gt;&gt; </a:t>
            </a:r>
            <a:endParaRPr lang="en-US" dirty="0">
              <a:solidFill>
                <a:srgbClr val="06325A"/>
              </a:solidFill>
              <a:latin typeface="TT Hoves"/>
              <a:sym typeface="Garet"/>
            </a:endParaRPr>
          </a:p>
        </p:txBody>
      </p:sp>
      <p:sp>
        <p:nvSpPr>
          <p:cNvPr id="28" name="TextBox 13">
            <a:extLst>
              <a:ext uri="{FF2B5EF4-FFF2-40B4-BE49-F238E27FC236}">
                <a16:creationId xmlns:a16="http://schemas.microsoft.com/office/drawing/2014/main" id="{B291BAA0-01CA-42C5-358E-D53F471F3D7F}"/>
              </a:ext>
            </a:extLst>
          </p:cNvPr>
          <p:cNvSpPr txBox="1"/>
          <p:nvPr/>
        </p:nvSpPr>
        <p:spPr>
          <a:xfrm>
            <a:off x="2262146" y="1499115"/>
            <a:ext cx="6208753" cy="6668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356"/>
              </a:lnSpc>
              <a:spcBef>
                <a:spcPct val="0"/>
              </a:spcBef>
            </a:pPr>
            <a:r>
              <a:rPr lang="en-US" sz="2000" dirty="0">
                <a:solidFill>
                  <a:srgbClr val="0E477D"/>
                </a:solidFill>
                <a:latin typeface="Norwester"/>
                <a:sym typeface="TT Hoves Bold"/>
              </a:rPr>
              <a:t>&lt;&lt;</a:t>
            </a:r>
            <a:r>
              <a:rPr lang="en-US" sz="2000" dirty="0" err="1">
                <a:solidFill>
                  <a:srgbClr val="0E477D"/>
                </a:solidFill>
                <a:latin typeface="Norwester"/>
                <a:sym typeface="TT Hoves Bold"/>
              </a:rPr>
              <a:t>CertificateSubtitle</a:t>
            </a:r>
            <a:r>
              <a:rPr lang="en-US" sz="2000" dirty="0">
                <a:solidFill>
                  <a:srgbClr val="0E477D"/>
                </a:solidFill>
                <a:latin typeface="Norwester"/>
                <a:sym typeface="TT Hoves Bold"/>
              </a:rPr>
              <a:t>&gt;&gt;</a:t>
            </a:r>
          </a:p>
        </p:txBody>
      </p:sp>
      <p:sp>
        <p:nvSpPr>
          <p:cNvPr id="30" name="ISOLogo">
            <a:extLst>
              <a:ext uri="{FF2B5EF4-FFF2-40B4-BE49-F238E27FC236}">
                <a16:creationId xmlns:a16="http://schemas.microsoft.com/office/drawing/2014/main" id="{1201B618-A3E7-1DAB-E4B5-07B65E135B51}"/>
              </a:ext>
            </a:extLst>
          </p:cNvPr>
          <p:cNvSpPr/>
          <p:nvPr/>
        </p:nvSpPr>
        <p:spPr>
          <a:xfrm>
            <a:off x="908614" y="2099208"/>
            <a:ext cx="1249200" cy="12492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AuthoritySignature">
            <a:extLst>
              <a:ext uri="{FF2B5EF4-FFF2-40B4-BE49-F238E27FC236}">
                <a16:creationId xmlns:a16="http://schemas.microsoft.com/office/drawing/2014/main" id="{13AE9658-9DA3-A712-A69C-2A5351B689FB}"/>
              </a:ext>
            </a:extLst>
          </p:cNvPr>
          <p:cNvSpPr/>
          <p:nvPr/>
        </p:nvSpPr>
        <p:spPr>
          <a:xfrm>
            <a:off x="6903942" y="5231629"/>
            <a:ext cx="2332998" cy="54679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600" dirty="0">
              <a:solidFill>
                <a:srgbClr val="194FA5"/>
              </a:solidFill>
              <a:latin typeface="Rastanty Cortez" panose="02000506000000020003" pitchFamily="2" charset="0"/>
            </a:endParaRPr>
          </a:p>
        </p:txBody>
      </p:sp>
      <p:sp>
        <p:nvSpPr>
          <p:cNvPr id="34" name="TextBox 20">
            <a:extLst>
              <a:ext uri="{FF2B5EF4-FFF2-40B4-BE49-F238E27FC236}">
                <a16:creationId xmlns:a16="http://schemas.microsoft.com/office/drawing/2014/main" id="{0A586368-FCE6-A6CF-2812-5FBB2C1D1000}"/>
              </a:ext>
            </a:extLst>
          </p:cNvPr>
          <p:cNvSpPr txBox="1"/>
          <p:nvPr/>
        </p:nvSpPr>
        <p:spPr>
          <a:xfrm>
            <a:off x="6554377" y="5469302"/>
            <a:ext cx="3032128" cy="30912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960"/>
              </a:lnSpc>
            </a:pPr>
            <a:r>
              <a:rPr lang="en-US" sz="3600" b="1" dirty="0">
                <a:solidFill>
                  <a:srgbClr val="0E477D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&lt;&lt;</a:t>
            </a:r>
            <a:r>
              <a:rPr lang="en-US" sz="3600" b="1" dirty="0" err="1">
                <a:solidFill>
                  <a:srgbClr val="0E477D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AuthoritySignatureText</a:t>
            </a:r>
            <a:r>
              <a:rPr lang="en-US" sz="3600" b="1" dirty="0">
                <a:solidFill>
                  <a:srgbClr val="0E477D"/>
                </a:solidFill>
                <a:latin typeface="Rastanty Cortez" panose="02000506000000020003" pitchFamily="2" charset="0"/>
                <a:ea typeface="TT Hoves"/>
                <a:cs typeface="TT Hoves"/>
                <a:sym typeface="TT Hoves"/>
              </a:rPr>
              <a:t>&gt;&gt;</a:t>
            </a: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DA176261-761A-C06A-5575-2FCFE2E59455}"/>
              </a:ext>
            </a:extLst>
          </p:cNvPr>
          <p:cNvSpPr txBox="1"/>
          <p:nvPr/>
        </p:nvSpPr>
        <p:spPr>
          <a:xfrm>
            <a:off x="5079197" y="6614155"/>
            <a:ext cx="4328029" cy="324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991"/>
              </a:lnSpc>
              <a:spcBef>
                <a:spcPct val="0"/>
              </a:spcBef>
              <a:defRPr sz="1400">
                <a:solidFill>
                  <a:srgbClr val="0E477D"/>
                </a:solidFill>
                <a:latin typeface="Norwester"/>
                <a:ea typeface="Norwester"/>
                <a:cs typeface="Norwester"/>
              </a:defRPr>
            </a:lvl1pPr>
          </a:lstStyle>
          <a:p>
            <a:pPr algn="l"/>
            <a:r>
              <a:rPr lang="en-US" dirty="0"/>
              <a:t>&lt;&lt;</a:t>
            </a:r>
            <a:r>
              <a:rPr lang="en-US" dirty="0" err="1"/>
              <a:t>CertificateID</a:t>
            </a:r>
            <a:r>
              <a:rPr lang="en-US" dirty="0"/>
              <a:t>&gt;&gt;</a:t>
            </a:r>
            <a:endParaRPr lang="en-US" dirty="0">
              <a:sym typeface="Garet Bold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1E20BA2-9572-F11C-EADC-0B851657EAD7}"/>
              </a:ext>
            </a:extLst>
          </p:cNvPr>
          <p:cNvSpPr/>
          <p:nvPr/>
        </p:nvSpPr>
        <p:spPr>
          <a:xfrm>
            <a:off x="2565624" y="5233611"/>
            <a:ext cx="1080000" cy="1080000"/>
          </a:xfrm>
          <a:prstGeom prst="roundRect">
            <a:avLst>
              <a:gd name="adj" fmla="val 5411"/>
            </a:avLst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600"/>
          </a:p>
        </p:txBody>
      </p:sp>
      <p:sp>
        <p:nvSpPr>
          <p:cNvPr id="40" name="TextBox 21">
            <a:extLst>
              <a:ext uri="{FF2B5EF4-FFF2-40B4-BE49-F238E27FC236}">
                <a16:creationId xmlns:a16="http://schemas.microsoft.com/office/drawing/2014/main" id="{A6D23401-71AB-F0FE-E988-993CD7544D2D}"/>
              </a:ext>
            </a:extLst>
          </p:cNvPr>
          <p:cNvSpPr txBox="1"/>
          <p:nvPr/>
        </p:nvSpPr>
        <p:spPr>
          <a:xfrm>
            <a:off x="3846560" y="6610115"/>
            <a:ext cx="1692109" cy="3284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algn="ctr">
              <a:lnSpc>
                <a:spcPts val="2991"/>
              </a:lnSpc>
              <a:spcBef>
                <a:spcPct val="0"/>
              </a:spcBef>
              <a:defRPr sz="1400">
                <a:solidFill>
                  <a:srgbClr val="0E477D"/>
                </a:solidFill>
                <a:latin typeface="Norwester"/>
                <a:ea typeface="Norwester"/>
                <a:cs typeface="Norwester"/>
              </a:defRPr>
            </a:lvl1pPr>
          </a:lstStyle>
          <a:p>
            <a:r>
              <a:rPr lang="en-US" dirty="0"/>
              <a:t>Cert ID :</a:t>
            </a:r>
            <a:endParaRPr lang="en-US" dirty="0">
              <a:sym typeface="TT Hoves"/>
            </a:endParaRPr>
          </a:p>
        </p:txBody>
      </p:sp>
      <p:sp>
        <p:nvSpPr>
          <p:cNvPr id="36" name="QRCode">
            <a:extLst>
              <a:ext uri="{FF2B5EF4-FFF2-40B4-BE49-F238E27FC236}">
                <a16:creationId xmlns:a16="http://schemas.microsoft.com/office/drawing/2014/main" id="{F0A8F3E2-C205-C821-D43B-74468EC6B629}"/>
              </a:ext>
            </a:extLst>
          </p:cNvPr>
          <p:cNvSpPr/>
          <p:nvPr/>
        </p:nvSpPr>
        <p:spPr>
          <a:xfrm>
            <a:off x="2619624" y="5288329"/>
            <a:ext cx="972000" cy="972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18">
            <a:extLst>
              <a:ext uri="{FF2B5EF4-FFF2-40B4-BE49-F238E27FC236}">
                <a16:creationId xmlns:a16="http://schemas.microsoft.com/office/drawing/2014/main" id="{3CB432B3-4F51-0AD1-48A6-026F25B6AFD2}"/>
              </a:ext>
            </a:extLst>
          </p:cNvPr>
          <p:cNvSpPr txBox="1"/>
          <p:nvPr/>
        </p:nvSpPr>
        <p:spPr>
          <a:xfrm>
            <a:off x="4270413" y="2214050"/>
            <a:ext cx="2151172" cy="32444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991"/>
              </a:lnSpc>
              <a:spcBef>
                <a:spcPct val="0"/>
              </a:spcBef>
            </a:pPr>
            <a:r>
              <a:rPr lang="en-US" sz="1300" dirty="0">
                <a:solidFill>
                  <a:srgbClr val="0E477D"/>
                </a:solidFill>
                <a:latin typeface="Norwester"/>
              </a:rPr>
              <a:t>&lt;&lt;</a:t>
            </a:r>
            <a:r>
              <a:rPr lang="en-US" sz="1300" dirty="0" err="1">
                <a:solidFill>
                  <a:srgbClr val="0E477D"/>
                </a:solidFill>
                <a:latin typeface="Norwester"/>
              </a:rPr>
              <a:t>IssueDate</a:t>
            </a:r>
            <a:r>
              <a:rPr lang="en-US" sz="1300" dirty="0">
                <a:solidFill>
                  <a:srgbClr val="0E477D"/>
                </a:solidFill>
                <a:latin typeface="Norwester"/>
              </a:rPr>
              <a:t>&gt;&gt; </a:t>
            </a:r>
            <a:endParaRPr lang="en-US" sz="1300" dirty="0">
              <a:solidFill>
                <a:srgbClr val="0E477D"/>
              </a:solidFill>
              <a:latin typeface="Norwester"/>
              <a:sym typeface="Garet Bold"/>
            </a:endParaRPr>
          </a:p>
        </p:txBody>
      </p:sp>
      <p:sp>
        <p:nvSpPr>
          <p:cNvPr id="19" name="TextBox 21">
            <a:extLst>
              <a:ext uri="{FF2B5EF4-FFF2-40B4-BE49-F238E27FC236}">
                <a16:creationId xmlns:a16="http://schemas.microsoft.com/office/drawing/2014/main" id="{2C7503B6-99BD-9406-7692-33F9CDBF7080}"/>
              </a:ext>
            </a:extLst>
          </p:cNvPr>
          <p:cNvSpPr txBox="1"/>
          <p:nvPr/>
        </p:nvSpPr>
        <p:spPr>
          <a:xfrm>
            <a:off x="2513733" y="6320783"/>
            <a:ext cx="1183782" cy="2555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224"/>
              </a:lnSpc>
            </a:pPr>
            <a:r>
              <a:rPr lang="en-US" sz="1100" dirty="0">
                <a:latin typeface="+mj-lt"/>
              </a:rPr>
              <a:t>Scan to Validate</a:t>
            </a:r>
            <a:endParaRPr lang="en-US" sz="1100" dirty="0">
              <a:latin typeface="+mj-lt"/>
              <a:sym typeface="TT Hove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44</Words>
  <Application>Microsoft Office PowerPoint</Application>
  <PresentationFormat>Custom</PresentationFormat>
  <Paragraphs>13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Great Vibes</vt:lpstr>
      <vt:lpstr>Garet Light</vt:lpstr>
      <vt:lpstr>Norwester</vt:lpstr>
      <vt:lpstr>Calibri</vt:lpstr>
      <vt:lpstr>Garet Bold</vt:lpstr>
      <vt:lpstr>TT Hoves</vt:lpstr>
      <vt:lpstr>Noto Serif</vt:lpstr>
      <vt:lpstr>Rastanty Cortez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 Professional Certificate of Completion</dc:title>
  <cp:lastModifiedBy>Sachin Jangir</cp:lastModifiedBy>
  <cp:revision>21</cp:revision>
  <dcterms:created xsi:type="dcterms:W3CDTF">2006-08-16T00:00:00Z</dcterms:created>
  <dcterms:modified xsi:type="dcterms:W3CDTF">2026-08-24T06:43:39Z</dcterms:modified>
  <dc:identifier>DAHSm0dkkss</dc:identifier>
</cp:coreProperties>
</file>