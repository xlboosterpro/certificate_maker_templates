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Pinyon Script" panose="020B0604020202020204" charset="0"/>
      <p:regular r:id="rId4"/>
    </p:embeddedFont>
    <p:embeddedFont>
      <p:font typeface="Rastanty Cortez" panose="02000506000000020003" pitchFamily="2" charset="0"/>
      <p:regular r:id="rId5"/>
    </p:embeddedFont>
    <p:embeddedFont>
      <p:font typeface="The Youngest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8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F8100-5E20-4918-B106-C96C2E0D66F8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BAA99-4C3E-484E-8626-3CBA449DB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78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BAA99-4C3E-484E-8626-3CBA449DB3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86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365" t="-2141" r="-14365" b="-214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470754" y="2377497"/>
            <a:ext cx="6124557" cy="6048000"/>
          </a:xfrm>
          <a:custGeom>
            <a:avLst/>
            <a:gdLst/>
            <a:ahLst/>
            <a:cxnLst/>
            <a:rect l="l" t="t" r="r" b="b"/>
            <a:pathLst>
              <a:path w="6124557" h="6048000">
                <a:moveTo>
                  <a:pt x="0" y="0"/>
                </a:moveTo>
                <a:lnTo>
                  <a:pt x="6124557" y="0"/>
                </a:lnTo>
                <a:lnTo>
                  <a:pt x="6124557" y="6048000"/>
                </a:lnTo>
                <a:lnTo>
                  <a:pt x="0" y="6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1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599148" y="552210"/>
            <a:ext cx="9493704" cy="6455579"/>
            <a:chOff x="0" y="0"/>
            <a:chExt cx="635000" cy="4317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431791"/>
            </a:xfrm>
            <a:custGeom>
              <a:avLst/>
              <a:gdLst/>
              <a:ahLst/>
              <a:cxnLst/>
              <a:rect l="l" t="t" r="r" b="b"/>
              <a:pathLst>
                <a:path w="635000" h="431791">
                  <a:moveTo>
                    <a:pt x="0" y="0"/>
                  </a:moveTo>
                  <a:lnTo>
                    <a:pt x="635000" y="0"/>
                  </a:lnTo>
                  <a:lnTo>
                    <a:pt x="635000" y="431791"/>
                  </a:lnTo>
                  <a:lnTo>
                    <a:pt x="0" y="431791"/>
                  </a:lnTo>
                  <a:close/>
                </a:path>
              </a:pathLst>
            </a:custGeom>
            <a:solidFill>
              <a:srgbClr val="FFFFFF">
                <a:alpha val="67843"/>
              </a:srgbClr>
            </a:solidFill>
            <a:ln w="38100" cap="sq">
              <a:solidFill>
                <a:srgbClr val="1A335F">
                  <a:alpha val="67843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635000" cy="460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1400" y="3407873"/>
            <a:ext cx="4675190" cy="4148627"/>
          </a:xfrm>
          <a:custGeom>
            <a:avLst/>
            <a:gdLst/>
            <a:ahLst/>
            <a:cxnLst/>
            <a:rect l="l" t="t" r="r" b="b"/>
            <a:pathLst>
              <a:path w="4857390" h="4317005">
                <a:moveTo>
                  <a:pt x="0" y="0"/>
                </a:moveTo>
                <a:lnTo>
                  <a:pt x="4857390" y="0"/>
                </a:lnTo>
                <a:lnTo>
                  <a:pt x="4857390" y="4317006"/>
                </a:lnTo>
                <a:lnTo>
                  <a:pt x="0" y="4317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97" t="-2" b="-729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 flipH="1" flipV="1">
            <a:off x="6104338" y="-1"/>
            <a:ext cx="4589062" cy="4049937"/>
          </a:xfrm>
          <a:custGeom>
            <a:avLst/>
            <a:gdLst/>
            <a:ahLst/>
            <a:cxnLst/>
            <a:rect l="l" t="t" r="r" b="b"/>
            <a:pathLst>
              <a:path w="4857390" h="4317005">
                <a:moveTo>
                  <a:pt x="4857390" y="4317005"/>
                </a:moveTo>
                <a:lnTo>
                  <a:pt x="0" y="4317005"/>
                </a:lnTo>
                <a:lnTo>
                  <a:pt x="0" y="0"/>
                </a:lnTo>
                <a:lnTo>
                  <a:pt x="4857390" y="0"/>
                </a:lnTo>
                <a:lnTo>
                  <a:pt x="4857390" y="4317005"/>
                </a:lnTo>
                <a:close/>
              </a:path>
            </a:pathLst>
          </a:custGeom>
          <a:blipFill>
            <a:blip r:embed="rId5"/>
            <a:stretch>
              <a:fillRect l="-5847" r="1" b="-65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flipH="1">
            <a:off x="756000" y="756000"/>
            <a:ext cx="2272767" cy="2270873"/>
          </a:xfrm>
          <a:custGeom>
            <a:avLst/>
            <a:gdLst/>
            <a:ahLst/>
            <a:cxnLst/>
            <a:rect l="l" t="t" r="r" b="b"/>
            <a:pathLst>
              <a:path w="2272767" h="2270873">
                <a:moveTo>
                  <a:pt x="2272767" y="0"/>
                </a:moveTo>
                <a:lnTo>
                  <a:pt x="0" y="0"/>
                </a:lnTo>
                <a:lnTo>
                  <a:pt x="0" y="2270873"/>
                </a:lnTo>
                <a:lnTo>
                  <a:pt x="2272767" y="2270873"/>
                </a:lnTo>
                <a:lnTo>
                  <a:pt x="227276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flipV="1">
            <a:off x="7663233" y="4533127"/>
            <a:ext cx="2272767" cy="2270873"/>
          </a:xfrm>
          <a:custGeom>
            <a:avLst/>
            <a:gdLst/>
            <a:ahLst/>
            <a:cxnLst/>
            <a:rect l="l" t="t" r="r" b="b"/>
            <a:pathLst>
              <a:path w="2272767" h="2270873">
                <a:moveTo>
                  <a:pt x="0" y="2270873"/>
                </a:moveTo>
                <a:lnTo>
                  <a:pt x="2272767" y="2270873"/>
                </a:lnTo>
                <a:lnTo>
                  <a:pt x="2272767" y="0"/>
                </a:lnTo>
                <a:lnTo>
                  <a:pt x="0" y="0"/>
                </a:lnTo>
                <a:lnTo>
                  <a:pt x="0" y="22708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759212" y="5316374"/>
            <a:ext cx="1167769" cy="1175114"/>
          </a:xfrm>
          <a:custGeom>
            <a:avLst/>
            <a:gdLst/>
            <a:ahLst/>
            <a:cxnLst/>
            <a:rect l="l" t="t" r="r" b="b"/>
            <a:pathLst>
              <a:path w="1167769" h="1175114">
                <a:moveTo>
                  <a:pt x="0" y="0"/>
                </a:moveTo>
                <a:lnTo>
                  <a:pt x="1167770" y="0"/>
                </a:lnTo>
                <a:lnTo>
                  <a:pt x="1167770" y="1175113"/>
                </a:lnTo>
                <a:lnTo>
                  <a:pt x="0" y="11751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520510" y="2662835"/>
            <a:ext cx="7573727" cy="1127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2"/>
              </a:lnSpc>
              <a:spcBef>
                <a:spcPct val="0"/>
              </a:spcBef>
            </a:pPr>
            <a:r>
              <a:rPr lang="en-US" sz="4800" dirty="0">
                <a:solidFill>
                  <a:srgbClr val="E9B121"/>
                </a:solidFill>
                <a:latin typeface="Pinyon Script"/>
              </a:rPr>
              <a:t>&lt;&lt;</a:t>
            </a:r>
            <a:r>
              <a:rPr lang="en-US" sz="4800" dirty="0" err="1">
                <a:solidFill>
                  <a:srgbClr val="E9B121"/>
                </a:solidFill>
                <a:latin typeface="Pinyon Script"/>
              </a:rPr>
              <a:t>CandidateName</a:t>
            </a:r>
            <a:r>
              <a:rPr lang="en-US" sz="4800" dirty="0">
                <a:solidFill>
                  <a:srgbClr val="E9B121"/>
                </a:solidFill>
                <a:latin typeface="Pinyon Script"/>
              </a:rPr>
              <a:t>&gt;&gt;</a:t>
            </a:r>
            <a:endParaRPr lang="en-US" sz="4800" dirty="0">
              <a:solidFill>
                <a:srgbClr val="E9B121"/>
              </a:solidFill>
              <a:latin typeface="Pinyon Script"/>
              <a:sym typeface="Quotes Script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931872" y="3593283"/>
            <a:ext cx="4568537" cy="350255"/>
          </a:xfrm>
          <a:custGeom>
            <a:avLst/>
            <a:gdLst/>
            <a:ahLst/>
            <a:cxnLst/>
            <a:rect l="l" t="t" r="r" b="b"/>
            <a:pathLst>
              <a:path w="4568537" h="350255">
                <a:moveTo>
                  <a:pt x="0" y="0"/>
                </a:moveTo>
                <a:lnTo>
                  <a:pt x="4568537" y="0"/>
                </a:lnTo>
                <a:lnTo>
                  <a:pt x="4568537" y="350255"/>
                </a:lnTo>
                <a:lnTo>
                  <a:pt x="0" y="3502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2742420" y="1694172"/>
            <a:ext cx="5454742" cy="465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3"/>
              </a:lnSpc>
              <a:spcBef>
                <a:spcPct val="0"/>
              </a:spcBef>
            </a:pPr>
            <a:r>
              <a:rPr lang="en-US" sz="2400" dirty="0">
                <a:solidFill>
                  <a:srgbClr val="00468E"/>
                </a:solidFill>
                <a:latin typeface="The Youngest"/>
                <a:sym typeface="TT Hoves Bold"/>
              </a:rPr>
              <a:t>&lt;&lt;</a:t>
            </a:r>
            <a:r>
              <a:rPr lang="en-US" sz="2400" dirty="0" err="1">
                <a:solidFill>
                  <a:srgbClr val="00468E"/>
                </a:solidFill>
                <a:latin typeface="The Youngest"/>
                <a:sym typeface="TT Hoves Bold"/>
              </a:rPr>
              <a:t>CertificateSubtitle</a:t>
            </a:r>
            <a:r>
              <a:rPr lang="en-US" sz="2400" dirty="0">
                <a:solidFill>
                  <a:srgbClr val="00468E"/>
                </a:solidFill>
                <a:latin typeface="The Youngest"/>
                <a:sym typeface="TT Hoves Bold"/>
              </a:rPr>
              <a:t>&gt;&gt;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96238" y="763677"/>
            <a:ext cx="5949032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spc="509" dirty="0">
                <a:solidFill>
                  <a:srgbClr val="00468E"/>
                </a:solidFill>
                <a:latin typeface="The Youngest"/>
                <a:ea typeface="The Youngest"/>
                <a:cs typeface="The Youngest"/>
                <a:sym typeface="The Youngest"/>
              </a:rPr>
              <a:t>CERTIFICATE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028767" y="2318068"/>
            <a:ext cx="4569687" cy="26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1A335F"/>
                </a:solidFill>
                <a:latin typeface="The Youngest"/>
                <a:ea typeface="The Youngest"/>
                <a:cs typeface="The Youngest"/>
                <a:sym typeface="The Youngest"/>
              </a:rPr>
              <a:t>This certificate is proudly presented to :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81157" y="3936005"/>
            <a:ext cx="7329685" cy="24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dirty="0">
                <a:solidFill>
                  <a:srgbClr val="1A335F"/>
                </a:solidFill>
                <a:latin typeface="The Youngest"/>
                <a:sym typeface="TT Hoves"/>
              </a:rPr>
              <a:t>&lt;&lt;Description&gt;&gt;</a:t>
            </a:r>
            <a:endParaRPr lang="en-US" sz="1500" dirty="0">
              <a:solidFill>
                <a:srgbClr val="1A335F"/>
              </a:solidFill>
              <a:latin typeface="The Youngest"/>
              <a:sym typeface="Garet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202209" y="4761876"/>
            <a:ext cx="4535163" cy="24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dirty="0">
                <a:solidFill>
                  <a:srgbClr val="1A335F"/>
                </a:solidFill>
                <a:latin typeface="The Youngest"/>
                <a:ea typeface="The Youngest"/>
                <a:cs typeface="The Youngest"/>
                <a:sym typeface="The Youngest"/>
              </a:rPr>
              <a:t>Presented on this Date: </a:t>
            </a:r>
            <a:r>
              <a:rPr lang="en-US" sz="1500" dirty="0">
                <a:solidFill>
                  <a:srgbClr val="1A335F"/>
                </a:solidFill>
                <a:latin typeface="The Youngest"/>
              </a:rPr>
              <a:t>&lt;&lt;</a:t>
            </a:r>
            <a:r>
              <a:rPr lang="en-US" sz="1500" dirty="0" err="1">
                <a:solidFill>
                  <a:srgbClr val="1A335F"/>
                </a:solidFill>
                <a:latin typeface="The Youngest"/>
              </a:rPr>
              <a:t>IssueDate</a:t>
            </a:r>
            <a:r>
              <a:rPr lang="en-US" sz="1500" dirty="0">
                <a:solidFill>
                  <a:srgbClr val="1A335F"/>
                </a:solidFill>
                <a:latin typeface="The Youngest"/>
              </a:rPr>
              <a:t>&gt;&gt; </a:t>
            </a:r>
            <a:endParaRPr lang="en-US" sz="1500" dirty="0">
              <a:solidFill>
                <a:srgbClr val="1A335F"/>
              </a:solidFill>
              <a:latin typeface="The Youngest"/>
              <a:sym typeface="Garet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620093" y="6002127"/>
            <a:ext cx="2864925" cy="497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n-US" sz="1500" dirty="0">
                <a:solidFill>
                  <a:srgbClr val="1A335F"/>
                </a:solidFill>
                <a:latin typeface="The Youngest"/>
                <a:ea typeface="The Youngest"/>
                <a:cs typeface="The Youngest"/>
                <a:sym typeface="The Youngest"/>
              </a:rPr>
              <a:t> </a:t>
            </a:r>
            <a:r>
              <a:rPr lang="en-US" sz="1500" dirty="0">
                <a:solidFill>
                  <a:srgbClr val="1A335F"/>
                </a:solidFill>
                <a:latin typeface="The Youngest"/>
              </a:rPr>
              <a:t>&lt;&lt;</a:t>
            </a:r>
            <a:r>
              <a:rPr lang="en-US" sz="1500" dirty="0" err="1">
                <a:solidFill>
                  <a:srgbClr val="1A335F"/>
                </a:solidFill>
                <a:latin typeface="The Youngest"/>
              </a:rPr>
              <a:t>AuthorityName</a:t>
            </a:r>
            <a:r>
              <a:rPr lang="en-US" sz="1500" dirty="0">
                <a:solidFill>
                  <a:srgbClr val="1A335F"/>
                </a:solidFill>
                <a:latin typeface="The Youngest"/>
              </a:rPr>
              <a:t>&gt;&gt;</a:t>
            </a:r>
            <a:endParaRPr lang="en-US" sz="1500" dirty="0">
              <a:solidFill>
                <a:srgbClr val="1A335F"/>
              </a:solidFill>
              <a:latin typeface="The Youngest"/>
              <a:sym typeface="Garet Bold"/>
            </a:endParaRPr>
          </a:p>
          <a:p>
            <a:pPr algn="ctr">
              <a:lnSpc>
                <a:spcPts val="1950"/>
              </a:lnSpc>
            </a:pPr>
            <a:r>
              <a:rPr lang="en-US" sz="1500" dirty="0">
                <a:solidFill>
                  <a:srgbClr val="1A335F"/>
                </a:solidFill>
                <a:latin typeface="The Youngest"/>
              </a:rPr>
              <a:t>&lt;&lt;</a:t>
            </a:r>
            <a:r>
              <a:rPr lang="en-US" sz="1500" dirty="0" err="1">
                <a:solidFill>
                  <a:srgbClr val="1A335F"/>
                </a:solidFill>
                <a:latin typeface="The Youngest"/>
              </a:rPr>
              <a:t>AuthorityDesignation</a:t>
            </a:r>
            <a:r>
              <a:rPr lang="en-US" sz="1500" dirty="0">
                <a:solidFill>
                  <a:srgbClr val="1A335F"/>
                </a:solidFill>
                <a:latin typeface="The Youngest"/>
              </a:rPr>
              <a:t>&gt;&gt;</a:t>
            </a:r>
            <a:endParaRPr lang="en-US" sz="1500" dirty="0">
              <a:solidFill>
                <a:srgbClr val="1A335F"/>
              </a:solidFill>
              <a:latin typeface="The Youngest"/>
              <a:ea typeface="The Youngest"/>
              <a:cs typeface="The Youngest"/>
              <a:sym typeface="The Youngest"/>
            </a:endParaRPr>
          </a:p>
        </p:txBody>
      </p:sp>
      <p:sp>
        <p:nvSpPr>
          <p:cNvPr id="4" name="OrganizationLogo">
            <a:extLst>
              <a:ext uri="{FF2B5EF4-FFF2-40B4-BE49-F238E27FC236}">
                <a16:creationId xmlns:a16="http://schemas.microsoft.com/office/drawing/2014/main" id="{930958AB-0025-2B6C-5E51-8D4399799279}"/>
              </a:ext>
            </a:extLst>
          </p:cNvPr>
          <p:cNvSpPr/>
          <p:nvPr/>
        </p:nvSpPr>
        <p:spPr>
          <a:xfrm flipH="1">
            <a:off x="1270166" y="1147523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CCF01A6F-B7B4-8F4A-32FE-48D2449A2066}"/>
              </a:ext>
            </a:extLst>
          </p:cNvPr>
          <p:cNvSpPr txBox="1"/>
          <p:nvPr/>
        </p:nvSpPr>
        <p:spPr>
          <a:xfrm>
            <a:off x="3602243" y="583810"/>
            <a:ext cx="3481706" cy="222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00468E"/>
                </a:solidFill>
                <a:latin typeface="The Youngest"/>
              </a:rPr>
              <a:t>&lt;&lt;</a:t>
            </a:r>
            <a:r>
              <a:rPr lang="en-US" sz="1299" dirty="0" err="1">
                <a:solidFill>
                  <a:srgbClr val="00468E"/>
                </a:solidFill>
                <a:latin typeface="The Youngest"/>
              </a:rPr>
              <a:t>OrganizationName</a:t>
            </a:r>
            <a:r>
              <a:rPr lang="en-US" sz="1299" dirty="0">
                <a:solidFill>
                  <a:srgbClr val="00468E"/>
                </a:solidFill>
                <a:latin typeface="The Youngest"/>
              </a:rPr>
              <a:t>&gt;&gt; </a:t>
            </a:r>
            <a:endParaRPr lang="en-US" sz="1299" dirty="0">
              <a:solidFill>
                <a:srgbClr val="00468E"/>
              </a:solidFill>
              <a:latin typeface="The Youngest"/>
              <a:sym typeface="Garet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03B9BB45-05F8-5927-8D42-E768428CFC43}"/>
              </a:ext>
            </a:extLst>
          </p:cNvPr>
          <p:cNvSpPr txBox="1"/>
          <p:nvPr/>
        </p:nvSpPr>
        <p:spPr>
          <a:xfrm>
            <a:off x="4951698" y="6632410"/>
            <a:ext cx="3032128" cy="237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en-US" sz="1400" dirty="0">
                <a:solidFill>
                  <a:srgbClr val="1A335F"/>
                </a:solidFill>
                <a:latin typeface="The Youngest"/>
              </a:rPr>
              <a:t>&lt;&lt;</a:t>
            </a:r>
            <a:r>
              <a:rPr lang="en-US" sz="1400" dirty="0" err="1">
                <a:solidFill>
                  <a:srgbClr val="1A335F"/>
                </a:solidFill>
                <a:latin typeface="The Youngest"/>
              </a:rPr>
              <a:t>CertificateID</a:t>
            </a:r>
            <a:r>
              <a:rPr lang="en-US" sz="1400" dirty="0">
                <a:solidFill>
                  <a:srgbClr val="1A335F"/>
                </a:solidFill>
                <a:latin typeface="The Youngest"/>
              </a:rPr>
              <a:t>&gt;&gt;</a:t>
            </a:r>
            <a:endParaRPr lang="en-US" sz="1400" dirty="0">
              <a:solidFill>
                <a:srgbClr val="1A335F"/>
              </a:solidFill>
              <a:latin typeface="The Youngest"/>
              <a:sym typeface="Garet Bold"/>
            </a:endParaRPr>
          </a:p>
        </p:txBody>
      </p:sp>
      <p:sp>
        <p:nvSpPr>
          <p:cNvPr id="30" name="TextBox 21">
            <a:extLst>
              <a:ext uri="{FF2B5EF4-FFF2-40B4-BE49-F238E27FC236}">
                <a16:creationId xmlns:a16="http://schemas.microsoft.com/office/drawing/2014/main" id="{2257DE24-F8FE-D2D9-72AE-665E47109953}"/>
              </a:ext>
            </a:extLst>
          </p:cNvPr>
          <p:cNvSpPr txBox="1"/>
          <p:nvPr/>
        </p:nvSpPr>
        <p:spPr>
          <a:xfrm>
            <a:off x="3693223" y="6653395"/>
            <a:ext cx="169210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A335F"/>
                </a:solidFill>
                <a:latin typeface="The Youngest"/>
              </a:rPr>
              <a:t>Cert ID :</a:t>
            </a:r>
            <a:endParaRPr lang="en-US" sz="1400" dirty="0">
              <a:solidFill>
                <a:srgbClr val="1A335F"/>
              </a:solidFill>
              <a:latin typeface="The Youngest"/>
              <a:sym typeface="TT Hoves"/>
            </a:endParaRPr>
          </a:p>
        </p:txBody>
      </p:sp>
      <p:sp>
        <p:nvSpPr>
          <p:cNvPr id="32" name="ISOLogo">
            <a:extLst>
              <a:ext uri="{FF2B5EF4-FFF2-40B4-BE49-F238E27FC236}">
                <a16:creationId xmlns:a16="http://schemas.microsoft.com/office/drawing/2014/main" id="{66BA54C6-6837-CC34-543A-757314009487}"/>
              </a:ext>
            </a:extLst>
          </p:cNvPr>
          <p:cNvSpPr/>
          <p:nvPr/>
        </p:nvSpPr>
        <p:spPr>
          <a:xfrm>
            <a:off x="8456940" y="1860125"/>
            <a:ext cx="1149339" cy="11688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uthoritySignature">
            <a:extLst>
              <a:ext uri="{FF2B5EF4-FFF2-40B4-BE49-F238E27FC236}">
                <a16:creationId xmlns:a16="http://schemas.microsoft.com/office/drawing/2014/main" id="{FB53B184-D1D7-2BC6-EC86-FF939775BBBA}"/>
              </a:ext>
            </a:extLst>
          </p:cNvPr>
          <p:cNvSpPr/>
          <p:nvPr/>
        </p:nvSpPr>
        <p:spPr>
          <a:xfrm>
            <a:off x="6921364" y="5443896"/>
            <a:ext cx="2332998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6E2803C1-A7E7-C90A-6F00-D6A10F25DFE6}"/>
              </a:ext>
            </a:extLst>
          </p:cNvPr>
          <p:cNvSpPr txBox="1"/>
          <p:nvPr/>
        </p:nvSpPr>
        <p:spPr>
          <a:xfrm>
            <a:off x="6571799" y="5681569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dirty="0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600" dirty="0" err="1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600" dirty="0">
                <a:solidFill>
                  <a:srgbClr val="06325A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38" name="AutoShape 5">
            <a:extLst>
              <a:ext uri="{FF2B5EF4-FFF2-40B4-BE49-F238E27FC236}">
                <a16:creationId xmlns:a16="http://schemas.microsoft.com/office/drawing/2014/main" id="{246CB601-B084-38DC-72CC-3A0FB6A4A4D7}"/>
              </a:ext>
            </a:extLst>
          </p:cNvPr>
          <p:cNvSpPr/>
          <p:nvPr/>
        </p:nvSpPr>
        <p:spPr>
          <a:xfrm flipV="1">
            <a:off x="7089803" y="6023002"/>
            <a:ext cx="2004434" cy="0"/>
          </a:xfrm>
          <a:prstGeom prst="line">
            <a:avLst/>
          </a:prstGeom>
          <a:ln w="9525" cap="flat">
            <a:solidFill>
              <a:srgbClr val="00468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B30E58-4377-95ED-92DB-63BF5D4B1A47}"/>
              </a:ext>
            </a:extLst>
          </p:cNvPr>
          <p:cNvSpPr/>
          <p:nvPr/>
        </p:nvSpPr>
        <p:spPr>
          <a:xfrm>
            <a:off x="2089486" y="5186537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9" name="QRCode">
            <a:extLst>
              <a:ext uri="{FF2B5EF4-FFF2-40B4-BE49-F238E27FC236}">
                <a16:creationId xmlns:a16="http://schemas.microsoft.com/office/drawing/2014/main" id="{8004D699-2FF2-F78B-B9F0-818250A72ADC}"/>
              </a:ext>
            </a:extLst>
          </p:cNvPr>
          <p:cNvSpPr/>
          <p:nvPr/>
        </p:nvSpPr>
        <p:spPr>
          <a:xfrm>
            <a:off x="2143486" y="5240537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56C850CD-BB0D-61B4-284E-F18B2A6120E0}"/>
              </a:ext>
            </a:extLst>
          </p:cNvPr>
          <p:cNvSpPr txBox="1"/>
          <p:nvPr/>
        </p:nvSpPr>
        <p:spPr>
          <a:xfrm>
            <a:off x="2036498" y="6253337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CD31BC0-DB8F-6FBA-1407-2214722763F6}"/>
              </a:ext>
            </a:extLst>
          </p:cNvPr>
          <p:cNvSpPr txBox="1"/>
          <p:nvPr/>
        </p:nvSpPr>
        <p:spPr>
          <a:xfrm>
            <a:off x="918505" y="1758105"/>
            <a:ext cx="2523195" cy="215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9"/>
              </a:lnSpc>
              <a:spcBef>
                <a:spcPct val="0"/>
              </a:spcBef>
            </a:pPr>
            <a:r>
              <a:rPr lang="en-US" sz="1299" dirty="0">
                <a:solidFill>
                  <a:srgbClr val="00468E"/>
                </a:solidFill>
                <a:latin typeface="The Youngest"/>
              </a:rPr>
              <a:t>&lt;&lt;</a:t>
            </a:r>
            <a:r>
              <a:rPr lang="en-US" sz="1299" dirty="0" err="1">
                <a:solidFill>
                  <a:srgbClr val="00468E"/>
                </a:solidFill>
                <a:latin typeface="The Youngest"/>
              </a:rPr>
              <a:t>OrganizationName</a:t>
            </a:r>
            <a:r>
              <a:rPr lang="en-US" sz="1299" dirty="0">
                <a:solidFill>
                  <a:srgbClr val="00468E"/>
                </a:solidFill>
                <a:latin typeface="The Youngest"/>
              </a:rPr>
              <a:t>&gt;&gt; </a:t>
            </a:r>
            <a:endParaRPr lang="en-US" sz="1299" dirty="0">
              <a:solidFill>
                <a:srgbClr val="00468E"/>
              </a:solidFill>
              <a:latin typeface="The Youngest"/>
              <a:sym typeface="Gare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51</Words>
  <Application>Microsoft Office PowerPoint</Application>
  <PresentationFormat>Custom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Rastanty Cortez</vt:lpstr>
      <vt:lpstr>Calibri</vt:lpstr>
      <vt:lpstr>Pinyon Script</vt:lpstr>
      <vt:lpstr>The Youngest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Gold Minimalist Modern Appreciation Certificate</dc:title>
  <cp:lastModifiedBy>Sachin Jangir</cp:lastModifiedBy>
  <cp:revision>9</cp:revision>
  <dcterms:created xsi:type="dcterms:W3CDTF">2006-08-16T00:00:00Z</dcterms:created>
  <dcterms:modified xsi:type="dcterms:W3CDTF">2026-08-24T07:54:27Z</dcterms:modified>
  <dc:identifier>DAHQ8fghLgk</dc:identifier>
</cp:coreProperties>
</file>