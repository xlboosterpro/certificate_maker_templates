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Pinyon Script" panose="020B0604020202020204" charset="0"/>
      <p:regular r:id="rId3"/>
    </p:embeddedFont>
    <p:embeddedFont>
      <p:font typeface="Rastanty Cortez" panose="02000506000000020003" pitchFamily="2" charset="0"/>
      <p:regular r:id="rId4"/>
    </p:embeddedFont>
    <p:embeddedFont>
      <p:font typeface="TT Chocolates" panose="020B0604020202020204" charset="0"/>
      <p:regular r:id="rId5"/>
    </p:embeddedFont>
    <p:embeddedFont>
      <p:font typeface="TT Chocolates Bold" panose="020B0604020202020204" charset="0"/>
      <p:regular r:id="rId6"/>
    </p:embeddedFont>
    <p:embeddedFont>
      <p:font typeface="TT Chocolates Bold Italics" panose="020B0604020202020204" charset="0"/>
      <p:regular r:id="rId7"/>
    </p:embeddedFont>
    <p:embeddedFont>
      <p:font typeface="TT Hove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"/>
            <a:ext cx="4310618" cy="4022022"/>
          </a:xfrm>
          <a:custGeom>
            <a:avLst/>
            <a:gdLst/>
            <a:ahLst/>
            <a:cxnLst/>
            <a:rect l="l" t="t" r="r" b="b"/>
            <a:pathLst>
              <a:path w="4614290" h="4412415">
                <a:moveTo>
                  <a:pt x="4614290" y="4412415"/>
                </a:moveTo>
                <a:lnTo>
                  <a:pt x="0" y="4412415"/>
                </a:lnTo>
                <a:lnTo>
                  <a:pt x="0" y="0"/>
                </a:lnTo>
                <a:lnTo>
                  <a:pt x="4614290" y="0"/>
                </a:lnTo>
                <a:lnTo>
                  <a:pt x="4614290" y="441241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7045" b="-97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310618" y="1310810"/>
            <a:ext cx="6382782" cy="6652685"/>
          </a:xfrm>
          <a:custGeom>
            <a:avLst/>
            <a:gdLst/>
            <a:ahLst/>
            <a:cxnLst/>
            <a:rect l="l" t="t" r="r" b="b"/>
            <a:pathLst>
              <a:path w="6957056" h="6652685">
                <a:moveTo>
                  <a:pt x="0" y="0"/>
                </a:moveTo>
                <a:lnTo>
                  <a:pt x="6957057" y="0"/>
                </a:lnTo>
                <a:lnTo>
                  <a:pt x="6957057" y="6652685"/>
                </a:lnTo>
                <a:lnTo>
                  <a:pt x="0" y="6652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8997" b="611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66546" y="466546"/>
            <a:ext cx="9758908" cy="6626908"/>
            <a:chOff x="0" y="0"/>
            <a:chExt cx="3497372" cy="2374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97373" cy="2374934"/>
            </a:xfrm>
            <a:custGeom>
              <a:avLst/>
              <a:gdLst/>
              <a:ahLst/>
              <a:cxnLst/>
              <a:rect l="l" t="t" r="r" b="b"/>
              <a:pathLst>
                <a:path w="3497373" h="2374934">
                  <a:moveTo>
                    <a:pt x="0" y="0"/>
                  </a:moveTo>
                  <a:lnTo>
                    <a:pt x="3497373" y="0"/>
                  </a:lnTo>
                  <a:lnTo>
                    <a:pt x="3497373" y="2374934"/>
                  </a:lnTo>
                  <a:lnTo>
                    <a:pt x="0" y="2374934"/>
                  </a:ln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497372" cy="24035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413754"/>
            <a:ext cx="3399297" cy="142746"/>
            <a:chOff x="0" y="0"/>
            <a:chExt cx="1353698" cy="3682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698" cy="368226"/>
            </a:xfrm>
            <a:custGeom>
              <a:avLst/>
              <a:gdLst/>
              <a:ahLst/>
              <a:cxnLst/>
              <a:rect l="l" t="t" r="r" b="b"/>
              <a:pathLst>
                <a:path w="1353698" h="368226">
                  <a:moveTo>
                    <a:pt x="0" y="0"/>
                  </a:moveTo>
                  <a:lnTo>
                    <a:pt x="1353698" y="0"/>
                  </a:lnTo>
                  <a:lnTo>
                    <a:pt x="1353698" y="368226"/>
                  </a:lnTo>
                  <a:lnTo>
                    <a:pt x="0" y="368226"/>
                  </a:lnTo>
                  <a:close/>
                </a:path>
              </a:pathLst>
            </a:custGeom>
            <a:solidFill>
              <a:srgbClr val="E1A73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353698" cy="396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025925" y="0"/>
            <a:ext cx="5667475" cy="153346"/>
            <a:chOff x="0" y="0"/>
            <a:chExt cx="2287302" cy="206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7302" cy="206552"/>
            </a:xfrm>
            <a:custGeom>
              <a:avLst/>
              <a:gdLst/>
              <a:ahLst/>
              <a:cxnLst/>
              <a:rect l="l" t="t" r="r" b="b"/>
              <a:pathLst>
                <a:path w="2287302" h="206552">
                  <a:moveTo>
                    <a:pt x="0" y="0"/>
                  </a:moveTo>
                  <a:lnTo>
                    <a:pt x="2287302" y="0"/>
                  </a:lnTo>
                  <a:lnTo>
                    <a:pt x="2287302" y="206552"/>
                  </a:lnTo>
                  <a:lnTo>
                    <a:pt x="0" y="206552"/>
                  </a:lnTo>
                  <a:close/>
                </a:path>
              </a:pathLst>
            </a:custGeom>
            <a:solidFill>
              <a:srgbClr val="E1A73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287302" cy="235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7411657" y="5913125"/>
            <a:ext cx="1895673" cy="0"/>
          </a:xfrm>
          <a:prstGeom prst="line">
            <a:avLst/>
          </a:prstGeom>
          <a:ln w="9525" cap="flat">
            <a:solidFill>
              <a:srgbClr val="1E36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793586" y="5947133"/>
            <a:ext cx="3131814" cy="3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1E3653"/>
                </a:solidFill>
                <a:latin typeface="TT Chocolates Bold"/>
              </a:rPr>
              <a:t>&lt;&lt;</a:t>
            </a:r>
            <a:r>
              <a:rPr lang="en-US" b="1" dirty="0" err="1">
                <a:solidFill>
                  <a:srgbClr val="1E3653"/>
                </a:solidFill>
                <a:latin typeface="TT Chocolates Bold"/>
              </a:rPr>
              <a:t>AuthorityName</a:t>
            </a:r>
            <a:r>
              <a:rPr lang="en-US" b="1" dirty="0">
                <a:solidFill>
                  <a:srgbClr val="1E3653"/>
                </a:solidFill>
                <a:latin typeface="TT Chocolates Bold"/>
              </a:rPr>
              <a:t>&gt;&gt;</a:t>
            </a:r>
            <a:endParaRPr lang="en-US" b="1" dirty="0">
              <a:solidFill>
                <a:srgbClr val="1E3653"/>
              </a:solidFill>
              <a:latin typeface="TT Chocolates Bold"/>
              <a:sym typeface="Garet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4809734" y="5677218"/>
            <a:ext cx="1072531" cy="760522"/>
          </a:xfrm>
          <a:custGeom>
            <a:avLst/>
            <a:gdLst/>
            <a:ahLst/>
            <a:cxnLst/>
            <a:rect l="l" t="t" r="r" b="b"/>
            <a:pathLst>
              <a:path w="1072531" h="760522">
                <a:moveTo>
                  <a:pt x="0" y="0"/>
                </a:moveTo>
                <a:lnTo>
                  <a:pt x="1072532" y="0"/>
                </a:lnTo>
                <a:lnTo>
                  <a:pt x="1072532" y="760522"/>
                </a:lnTo>
                <a:lnTo>
                  <a:pt x="0" y="760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56000" y="1494337"/>
            <a:ext cx="9180000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spc="401" dirty="0">
                <a:solidFill>
                  <a:srgbClr val="1E3653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CERTIFICATE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000" y="2210762"/>
            <a:ext cx="918000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1600" spc="153" dirty="0">
                <a:solidFill>
                  <a:srgbClr val="1E3653"/>
                </a:solidFill>
                <a:latin typeface="TT Chocolates"/>
                <a:sym typeface="TT Hoves Bold"/>
              </a:rPr>
              <a:t>&lt;&lt;</a:t>
            </a:r>
            <a:r>
              <a:rPr lang="en-US" sz="1600" spc="153" dirty="0" err="1">
                <a:solidFill>
                  <a:srgbClr val="1E3653"/>
                </a:solidFill>
                <a:latin typeface="TT Chocolates"/>
                <a:sym typeface="TT Hoves Bold"/>
              </a:rPr>
              <a:t>CertificateSubtitle</a:t>
            </a:r>
            <a:r>
              <a:rPr lang="en-US" sz="1600" spc="153" dirty="0">
                <a:solidFill>
                  <a:srgbClr val="1E3653"/>
                </a:solidFill>
                <a:latin typeface="TT Chocolates"/>
                <a:sym typeface="TT Hoves Bold"/>
              </a:rPr>
              <a:t>&gt;&gt;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6000" y="2811109"/>
            <a:ext cx="9180000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1" spc="168" dirty="0">
                <a:solidFill>
                  <a:srgbClr val="1E3653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THIS CERTIFICATE IS PRESENTED 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6000" y="4026853"/>
            <a:ext cx="9180000" cy="3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b="1" i="1" spc="52" dirty="0">
                <a:solidFill>
                  <a:srgbClr val="1E3653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From </a:t>
            </a:r>
            <a:r>
              <a:rPr lang="en-US" sz="1600" b="1" i="1" spc="52" dirty="0">
                <a:solidFill>
                  <a:srgbClr val="1E3653"/>
                </a:solidFill>
                <a:latin typeface="TT Chocolates Bold Italics"/>
              </a:rPr>
              <a:t>&lt;&lt;</a:t>
            </a:r>
            <a:r>
              <a:rPr lang="en-US" sz="1600" b="1" i="1" spc="52" dirty="0" err="1">
                <a:solidFill>
                  <a:srgbClr val="1E3653"/>
                </a:solidFill>
                <a:latin typeface="TT Chocolates Bold Italics"/>
              </a:rPr>
              <a:t>OrganizationName</a:t>
            </a:r>
            <a:r>
              <a:rPr lang="en-US" sz="1600" b="1" i="1" spc="52" dirty="0">
                <a:solidFill>
                  <a:srgbClr val="1E3653"/>
                </a:solidFill>
                <a:latin typeface="TT Chocolates Bold Italics"/>
              </a:rPr>
              <a:t>&gt;&gt;</a:t>
            </a:r>
            <a:endParaRPr lang="en-US" sz="1600" b="1" i="1" spc="52" dirty="0">
              <a:solidFill>
                <a:srgbClr val="1E3653"/>
              </a:solidFill>
              <a:latin typeface="TT Chocolates Bold Italics"/>
              <a:sym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6000" y="4471353"/>
            <a:ext cx="9180000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0"/>
              </a:lnSpc>
            </a:pPr>
            <a:r>
              <a:rPr lang="en-US" sz="1600" b="1" spc="52" dirty="0">
                <a:solidFill>
                  <a:srgbClr val="1E3653"/>
                </a:solidFill>
                <a:latin typeface="TT Chocolates"/>
                <a:sym typeface="TT Hoves"/>
              </a:rPr>
              <a:t>&lt;&lt;Description&gt;&gt;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6000" y="4999892"/>
            <a:ext cx="9180000" cy="3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b="1" spc="52" dirty="0">
                <a:solidFill>
                  <a:srgbClr val="1E3653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Conducted From </a:t>
            </a:r>
            <a:r>
              <a:rPr lang="en-US" sz="1600" b="1" spc="52" dirty="0">
                <a:solidFill>
                  <a:srgbClr val="1E3653"/>
                </a:solidFill>
                <a:latin typeface="TT Chocolates Bold"/>
              </a:rPr>
              <a:t>&lt;&lt;</a:t>
            </a:r>
            <a:r>
              <a:rPr lang="en-US" sz="1600" b="1" spc="52" dirty="0" err="1">
                <a:solidFill>
                  <a:srgbClr val="1E3653"/>
                </a:solidFill>
                <a:latin typeface="TT Chocolates Bold"/>
              </a:rPr>
              <a:t>IssueDate</a:t>
            </a:r>
            <a:r>
              <a:rPr lang="en-US" sz="1600" b="1" spc="52" dirty="0">
                <a:solidFill>
                  <a:srgbClr val="1E3653"/>
                </a:solidFill>
                <a:latin typeface="TT Chocolates Bold"/>
              </a:rPr>
              <a:t>&gt;&gt; </a:t>
            </a:r>
            <a:endParaRPr lang="en-US" sz="1600" b="1" spc="52" dirty="0">
              <a:solidFill>
                <a:srgbClr val="1E3653"/>
              </a:solidFill>
              <a:latin typeface="TT Chocolates Bold"/>
              <a:sym typeface="Gare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6000" y="1265737"/>
            <a:ext cx="918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600" dirty="0">
                <a:solidFill>
                  <a:srgbClr val="1E3653"/>
                </a:solidFill>
                <a:latin typeface="TT Chocolates"/>
              </a:rPr>
              <a:t>&lt;&lt;</a:t>
            </a:r>
            <a:r>
              <a:rPr lang="en-US" sz="1600" dirty="0" err="1">
                <a:solidFill>
                  <a:srgbClr val="1E3653"/>
                </a:solidFill>
                <a:latin typeface="TT Chocolates"/>
              </a:rPr>
              <a:t>OrganizationName</a:t>
            </a:r>
            <a:r>
              <a:rPr lang="en-US" sz="1600" dirty="0">
                <a:solidFill>
                  <a:srgbClr val="1E3653"/>
                </a:solidFill>
                <a:latin typeface="TT Chocolates"/>
              </a:rPr>
              <a:t>&gt;&gt; </a:t>
            </a:r>
            <a:endParaRPr lang="en-US" sz="1600" dirty="0">
              <a:solidFill>
                <a:srgbClr val="1E3653"/>
              </a:solidFill>
              <a:latin typeface="TT Chocolates"/>
              <a:sym typeface="Gare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6000" y="3179558"/>
            <a:ext cx="9180000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4800" dirty="0">
                <a:solidFill>
                  <a:srgbClr val="E1A730"/>
                </a:solidFill>
                <a:latin typeface="Pinyon Script"/>
              </a:rPr>
              <a:t>&lt;&lt;</a:t>
            </a:r>
            <a:r>
              <a:rPr lang="en-US" sz="4800" dirty="0" err="1">
                <a:solidFill>
                  <a:srgbClr val="E1A730"/>
                </a:solidFill>
                <a:latin typeface="Pinyon Script"/>
              </a:rPr>
              <a:t>CandidateName</a:t>
            </a:r>
            <a:r>
              <a:rPr lang="en-US" sz="4800" dirty="0">
                <a:solidFill>
                  <a:srgbClr val="E1A730"/>
                </a:solidFill>
                <a:latin typeface="Pinyon Script"/>
              </a:rPr>
              <a:t>&gt;&gt;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3586" y="6215738"/>
            <a:ext cx="3131814" cy="3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1E3653"/>
                </a:solidFill>
                <a:latin typeface="TT Chocolates"/>
              </a:rPr>
              <a:t>&lt;&lt;</a:t>
            </a:r>
            <a:r>
              <a:rPr lang="en-US" dirty="0" err="1">
                <a:solidFill>
                  <a:srgbClr val="1E3653"/>
                </a:solidFill>
                <a:latin typeface="TT Chocolates"/>
              </a:rPr>
              <a:t>AuthorityDesignation</a:t>
            </a:r>
            <a:r>
              <a:rPr lang="en-US" dirty="0">
                <a:solidFill>
                  <a:srgbClr val="1E3653"/>
                </a:solidFill>
                <a:latin typeface="TT Chocolates"/>
              </a:rPr>
              <a:t>&gt;&gt;</a:t>
            </a:r>
            <a:endParaRPr lang="en-US" dirty="0">
              <a:solidFill>
                <a:srgbClr val="1E3653"/>
              </a:solidFill>
              <a:latin typeface="TT Chocolates"/>
              <a:sym typeface="Garet"/>
            </a:endParaRPr>
          </a:p>
        </p:txBody>
      </p:sp>
      <p:sp>
        <p:nvSpPr>
          <p:cNvPr id="30" name="OrganizationLogo">
            <a:extLst>
              <a:ext uri="{FF2B5EF4-FFF2-40B4-BE49-F238E27FC236}">
                <a16:creationId xmlns:a16="http://schemas.microsoft.com/office/drawing/2014/main" id="{1808774A-594E-6533-0D7A-E16DD217DA7B}"/>
              </a:ext>
            </a:extLst>
          </p:cNvPr>
          <p:cNvSpPr/>
          <p:nvPr/>
        </p:nvSpPr>
        <p:spPr>
          <a:xfrm flipH="1">
            <a:off x="4985999" y="543321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uthoritySignature">
            <a:extLst>
              <a:ext uri="{FF2B5EF4-FFF2-40B4-BE49-F238E27FC236}">
                <a16:creationId xmlns:a16="http://schemas.microsoft.com/office/drawing/2014/main" id="{709B4A74-60F5-5E86-6222-0C6CD0FC57A8}"/>
              </a:ext>
            </a:extLst>
          </p:cNvPr>
          <p:cNvSpPr/>
          <p:nvPr/>
        </p:nvSpPr>
        <p:spPr>
          <a:xfrm>
            <a:off x="7362348" y="5325672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DF04431E-EC2F-AD62-FE24-7811F96350B1}"/>
              </a:ext>
            </a:extLst>
          </p:cNvPr>
          <p:cNvSpPr txBox="1"/>
          <p:nvPr/>
        </p:nvSpPr>
        <p:spPr>
          <a:xfrm>
            <a:off x="6851195" y="5558646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1E3653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1E3653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1E3653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8ECC76F2-1499-CD5A-1C7F-EC8938EF6609}"/>
              </a:ext>
            </a:extLst>
          </p:cNvPr>
          <p:cNvSpPr txBox="1"/>
          <p:nvPr/>
        </p:nvSpPr>
        <p:spPr>
          <a:xfrm>
            <a:off x="4859944" y="6692066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1400">
                <a:solidFill>
                  <a:srgbClr val="1E3653"/>
                </a:solidFill>
                <a:latin typeface="TT Hoves"/>
              </a:defRPr>
            </a:lvl1pPr>
          </a:lstStyle>
          <a:p>
            <a:r>
              <a:rPr lang="en-US" dirty="0"/>
              <a:t>&lt;&lt;</a:t>
            </a:r>
            <a:r>
              <a:rPr lang="en-US" dirty="0" err="1"/>
              <a:t>CertificateID</a:t>
            </a:r>
            <a:r>
              <a:rPr lang="en-US" dirty="0"/>
              <a:t>&gt;&gt;</a:t>
            </a:r>
            <a:endParaRPr lang="en-US" dirty="0">
              <a:sym typeface="Garet Bold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4976F9AC-348F-5869-83A7-11E8EF736FF0}"/>
              </a:ext>
            </a:extLst>
          </p:cNvPr>
          <p:cNvSpPr txBox="1"/>
          <p:nvPr/>
        </p:nvSpPr>
        <p:spPr>
          <a:xfrm>
            <a:off x="3770975" y="6692066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E3653"/>
                </a:solidFill>
                <a:latin typeface="TT Hoves"/>
              </a:rPr>
              <a:t>Cert ID :</a:t>
            </a:r>
            <a:endParaRPr lang="en-US" sz="1400" dirty="0">
              <a:solidFill>
                <a:srgbClr val="1E3653"/>
              </a:solidFill>
              <a:latin typeface="TT Hoves"/>
              <a:sym typeface="TT Hoves"/>
            </a:endParaRPr>
          </a:p>
        </p:txBody>
      </p:sp>
      <p:sp>
        <p:nvSpPr>
          <p:cNvPr id="44" name="ISOLogo">
            <a:extLst>
              <a:ext uri="{FF2B5EF4-FFF2-40B4-BE49-F238E27FC236}">
                <a16:creationId xmlns:a16="http://schemas.microsoft.com/office/drawing/2014/main" id="{7F727254-876F-A2FA-E17D-3E6C9C861A87}"/>
              </a:ext>
            </a:extLst>
          </p:cNvPr>
          <p:cNvSpPr/>
          <p:nvPr/>
        </p:nvSpPr>
        <p:spPr>
          <a:xfrm>
            <a:off x="8974959" y="391020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A5D237-5E58-F195-C00F-AF11D98C6E0B}"/>
              </a:ext>
            </a:extLst>
          </p:cNvPr>
          <p:cNvSpPr/>
          <p:nvPr/>
        </p:nvSpPr>
        <p:spPr>
          <a:xfrm>
            <a:off x="1334071" y="5345070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7" name="QRCode">
            <a:extLst>
              <a:ext uri="{FF2B5EF4-FFF2-40B4-BE49-F238E27FC236}">
                <a16:creationId xmlns:a16="http://schemas.microsoft.com/office/drawing/2014/main" id="{CFDF78BB-C7CC-CAC6-B750-49524DE30B15}"/>
              </a:ext>
            </a:extLst>
          </p:cNvPr>
          <p:cNvSpPr/>
          <p:nvPr/>
        </p:nvSpPr>
        <p:spPr>
          <a:xfrm>
            <a:off x="1388071" y="5399788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12D9AC7D-A929-E95E-5DEB-F4F344741B1E}"/>
              </a:ext>
            </a:extLst>
          </p:cNvPr>
          <p:cNvSpPr txBox="1"/>
          <p:nvPr/>
        </p:nvSpPr>
        <p:spPr>
          <a:xfrm>
            <a:off x="1282180" y="6432242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45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TT Chocolates Bold Italics</vt:lpstr>
      <vt:lpstr>Calibri</vt:lpstr>
      <vt:lpstr>TT Chocolates Bold</vt:lpstr>
      <vt:lpstr>TT Hoves</vt:lpstr>
      <vt:lpstr>Garet Bold</vt:lpstr>
      <vt:lpstr>TT Chocolates</vt:lpstr>
      <vt:lpstr>Rastanty Cortez</vt:lpstr>
      <vt:lpstr>Pinyon Script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&amp; Navy Modern Company Certificate</dc:title>
  <cp:lastModifiedBy>Sachin Jangir</cp:lastModifiedBy>
  <cp:revision>9</cp:revision>
  <dcterms:created xsi:type="dcterms:W3CDTF">2006-08-16T00:00:00Z</dcterms:created>
  <dcterms:modified xsi:type="dcterms:W3CDTF">2026-08-24T08:32:26Z</dcterms:modified>
  <dc:identifier>DAHQ8cyWMWI</dc:identifier>
</cp:coreProperties>
</file>