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Parisienne" panose="020B0604020202020204" charset="0"/>
      <p:regular r:id="rId3"/>
    </p:embeddedFont>
    <p:embeddedFont>
      <p:font typeface="Rastanty Cortez" panose="02000506000000020003" pitchFamily="2" charset="0"/>
      <p:regular r:id="rId4"/>
    </p:embeddedFont>
    <p:embeddedFont>
      <p:font typeface="TT Hoves" panose="020B0604020202020204" charset="0"/>
      <p:regular r:id="rId5"/>
    </p:embeddedFont>
    <p:embeddedFont>
      <p:font typeface="TT Hoves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4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1301" y="-1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919" t="-1511" r="-13919" b="-151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0" y="6033417"/>
            <a:ext cx="4741924" cy="1523084"/>
          </a:xfrm>
          <a:custGeom>
            <a:avLst/>
            <a:gdLst/>
            <a:ahLst/>
            <a:cxnLst/>
            <a:rect l="l" t="t" r="r" b="b"/>
            <a:pathLst>
              <a:path w="4913156" h="1838339">
                <a:moveTo>
                  <a:pt x="0" y="0"/>
                </a:moveTo>
                <a:lnTo>
                  <a:pt x="4913156" y="0"/>
                </a:lnTo>
                <a:lnTo>
                  <a:pt x="4913156" y="1838339"/>
                </a:lnTo>
                <a:lnTo>
                  <a:pt x="0" y="18383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11" b="-206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6867912" y="6228399"/>
            <a:ext cx="2004434" cy="0"/>
          </a:xfrm>
          <a:prstGeom prst="line">
            <a:avLst/>
          </a:prstGeom>
          <a:ln w="9525" cap="flat">
            <a:solidFill>
              <a:srgbClr val="2A62D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707906" y="3327324"/>
            <a:ext cx="3276187" cy="217047"/>
          </a:xfrm>
          <a:custGeom>
            <a:avLst/>
            <a:gdLst/>
            <a:ahLst/>
            <a:cxnLst/>
            <a:rect l="l" t="t" r="r" b="b"/>
            <a:pathLst>
              <a:path w="3276187" h="217047">
                <a:moveTo>
                  <a:pt x="0" y="0"/>
                </a:moveTo>
                <a:lnTo>
                  <a:pt x="3276188" y="0"/>
                </a:lnTo>
                <a:lnTo>
                  <a:pt x="3276188" y="217047"/>
                </a:lnTo>
                <a:lnTo>
                  <a:pt x="0" y="217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340904" y="3582471"/>
            <a:ext cx="6010192" cy="92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3700" dirty="0">
                <a:solidFill>
                  <a:srgbClr val="194FA5"/>
                </a:solidFill>
                <a:latin typeface="Parisienne"/>
              </a:rPr>
              <a:t>&lt;&lt;</a:t>
            </a:r>
            <a:r>
              <a:rPr lang="en-US" sz="3700" dirty="0" err="1">
                <a:solidFill>
                  <a:srgbClr val="194FA5"/>
                </a:solidFill>
                <a:latin typeface="Parisienne"/>
              </a:rPr>
              <a:t>CandidateName</a:t>
            </a:r>
            <a:r>
              <a:rPr lang="en-US" sz="3700" dirty="0">
                <a:solidFill>
                  <a:srgbClr val="194FA5"/>
                </a:solidFill>
                <a:latin typeface="Parisienne"/>
              </a:rPr>
              <a:t>&gt;&gt;</a:t>
            </a:r>
            <a:endParaRPr lang="en-US" sz="3700" dirty="0">
              <a:solidFill>
                <a:srgbClr val="194FA5"/>
              </a:solidFill>
              <a:latin typeface="Parisienne"/>
              <a:sym typeface="Quotes Script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821421" y="4357076"/>
            <a:ext cx="7049157" cy="352458"/>
          </a:xfrm>
          <a:custGeom>
            <a:avLst/>
            <a:gdLst/>
            <a:ahLst/>
            <a:cxnLst/>
            <a:rect l="l" t="t" r="r" b="b"/>
            <a:pathLst>
              <a:path w="7049157" h="352458">
                <a:moveTo>
                  <a:pt x="0" y="0"/>
                </a:moveTo>
                <a:lnTo>
                  <a:pt x="7049158" y="0"/>
                </a:lnTo>
                <a:lnTo>
                  <a:pt x="7049158" y="352457"/>
                </a:lnTo>
                <a:lnTo>
                  <a:pt x="0" y="352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 flipV="1">
            <a:off x="5227159" y="-1"/>
            <a:ext cx="5464840" cy="1287415"/>
          </a:xfrm>
          <a:custGeom>
            <a:avLst/>
            <a:gdLst/>
            <a:ahLst/>
            <a:cxnLst/>
            <a:rect l="l" t="t" r="r" b="b"/>
            <a:pathLst>
              <a:path w="5677113" h="1520993">
                <a:moveTo>
                  <a:pt x="5677114" y="1520993"/>
                </a:moveTo>
                <a:lnTo>
                  <a:pt x="0" y="1520993"/>
                </a:lnTo>
                <a:lnTo>
                  <a:pt x="0" y="0"/>
                </a:lnTo>
                <a:lnTo>
                  <a:pt x="5677114" y="0"/>
                </a:lnTo>
                <a:lnTo>
                  <a:pt x="5677114" y="152099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884" t="-1" b="-181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5400000" flipH="1">
            <a:off x="7742783" y="4607284"/>
            <a:ext cx="2846966" cy="3051466"/>
          </a:xfrm>
          <a:custGeom>
            <a:avLst/>
            <a:gdLst/>
            <a:ahLst/>
            <a:cxnLst/>
            <a:rect l="l" t="t" r="r" b="b"/>
            <a:pathLst>
              <a:path w="3024000" h="3244345">
                <a:moveTo>
                  <a:pt x="3024000" y="0"/>
                </a:moveTo>
                <a:lnTo>
                  <a:pt x="0" y="0"/>
                </a:lnTo>
                <a:lnTo>
                  <a:pt x="0" y="3244345"/>
                </a:lnTo>
                <a:lnTo>
                  <a:pt x="3024000" y="3244345"/>
                </a:lnTo>
                <a:lnTo>
                  <a:pt x="3024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218" t="-6320" b="-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flipH="1">
            <a:off x="9262705" y="3052219"/>
            <a:ext cx="673295" cy="309716"/>
          </a:xfrm>
          <a:custGeom>
            <a:avLst/>
            <a:gdLst/>
            <a:ahLst/>
            <a:cxnLst/>
            <a:rect l="l" t="t" r="r" b="b"/>
            <a:pathLst>
              <a:path w="673295" h="309716">
                <a:moveTo>
                  <a:pt x="673295" y="0"/>
                </a:moveTo>
                <a:lnTo>
                  <a:pt x="0" y="0"/>
                </a:lnTo>
                <a:lnTo>
                  <a:pt x="0" y="309716"/>
                </a:lnTo>
                <a:lnTo>
                  <a:pt x="673295" y="309716"/>
                </a:lnTo>
                <a:lnTo>
                  <a:pt x="6732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756000" y="5242952"/>
            <a:ext cx="673295" cy="309716"/>
          </a:xfrm>
          <a:custGeom>
            <a:avLst/>
            <a:gdLst/>
            <a:ahLst/>
            <a:cxnLst/>
            <a:rect l="l" t="t" r="r" b="b"/>
            <a:pathLst>
              <a:path w="673295" h="309716">
                <a:moveTo>
                  <a:pt x="0" y="0"/>
                </a:moveTo>
                <a:lnTo>
                  <a:pt x="673295" y="0"/>
                </a:lnTo>
                <a:lnTo>
                  <a:pt x="673295" y="309715"/>
                </a:lnTo>
                <a:lnTo>
                  <a:pt x="0" y="309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184268" y="729832"/>
            <a:ext cx="6323463" cy="1187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7"/>
              </a:lnSpc>
            </a:pPr>
            <a:r>
              <a:rPr lang="en-US" sz="6890" b="1" dirty="0">
                <a:solidFill>
                  <a:srgbClr val="004B98"/>
                </a:solidFill>
                <a:latin typeface="TT Hoves Bold"/>
                <a:ea typeface="TT Hoves Bold"/>
                <a:cs typeface="TT Hoves Bold"/>
                <a:sym typeface="TT Hoves Bold"/>
              </a:rPr>
              <a:t>CERTIFICATE</a:t>
            </a:r>
          </a:p>
        </p:txBody>
      </p:sp>
      <p:sp>
        <p:nvSpPr>
          <p:cNvPr id="16" name="Freeform 16"/>
          <p:cNvSpPr/>
          <p:nvPr/>
        </p:nvSpPr>
        <p:spPr>
          <a:xfrm rot="5400000" flipV="1">
            <a:off x="733395" y="-733396"/>
            <a:ext cx="2330907" cy="3797698"/>
          </a:xfrm>
          <a:custGeom>
            <a:avLst/>
            <a:gdLst/>
            <a:ahLst/>
            <a:cxnLst/>
            <a:rect l="l" t="t" r="r" b="b"/>
            <a:pathLst>
              <a:path w="2554715" h="4123279">
                <a:moveTo>
                  <a:pt x="0" y="4123279"/>
                </a:moveTo>
                <a:lnTo>
                  <a:pt x="2554715" y="4123279"/>
                </a:lnTo>
                <a:lnTo>
                  <a:pt x="2554715" y="0"/>
                </a:lnTo>
                <a:lnTo>
                  <a:pt x="0" y="0"/>
                </a:lnTo>
                <a:lnTo>
                  <a:pt x="0" y="412327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9602" t="-85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 rot="-1190274">
            <a:off x="392458" y="1509174"/>
            <a:ext cx="1215688" cy="1469513"/>
          </a:xfrm>
          <a:custGeom>
            <a:avLst/>
            <a:gdLst/>
            <a:ahLst/>
            <a:cxnLst/>
            <a:rect l="l" t="t" r="r" b="b"/>
            <a:pathLst>
              <a:path w="1215688" h="1469513">
                <a:moveTo>
                  <a:pt x="0" y="0"/>
                </a:moveTo>
                <a:lnTo>
                  <a:pt x="1215688" y="0"/>
                </a:lnTo>
                <a:lnTo>
                  <a:pt x="1215688" y="1469513"/>
                </a:lnTo>
                <a:lnTo>
                  <a:pt x="0" y="1469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9442584" y="1297593"/>
            <a:ext cx="800236" cy="1129079"/>
          </a:xfrm>
          <a:custGeom>
            <a:avLst/>
            <a:gdLst/>
            <a:ahLst/>
            <a:cxnLst/>
            <a:rect l="l" t="t" r="r" b="b"/>
            <a:pathLst>
              <a:path w="996099" h="1405430">
                <a:moveTo>
                  <a:pt x="0" y="0"/>
                </a:moveTo>
                <a:lnTo>
                  <a:pt x="996099" y="0"/>
                </a:lnTo>
                <a:lnTo>
                  <a:pt x="996099" y="1405430"/>
                </a:lnTo>
                <a:lnTo>
                  <a:pt x="0" y="1405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2184269" y="1856879"/>
            <a:ext cx="6323462" cy="387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lang="en-US" sz="2258" b="1" dirty="0">
                <a:solidFill>
                  <a:srgbClr val="194FA5"/>
                </a:solidFill>
                <a:latin typeface="TT Hoves Bold"/>
                <a:ea typeface="TT Hoves Bold"/>
                <a:cs typeface="TT Hoves Bold"/>
                <a:sym typeface="TT Hoves Bold"/>
              </a:rPr>
              <a:t>&lt;&lt;</a:t>
            </a:r>
            <a:r>
              <a:rPr lang="en-US" sz="2258" b="1" dirty="0" err="1">
                <a:solidFill>
                  <a:srgbClr val="194FA5"/>
                </a:solidFill>
                <a:latin typeface="TT Hoves Bold"/>
                <a:ea typeface="TT Hoves Bold"/>
                <a:cs typeface="TT Hoves Bold"/>
                <a:sym typeface="TT Hoves Bold"/>
              </a:rPr>
              <a:t>CertificateSubtitle</a:t>
            </a:r>
            <a:r>
              <a:rPr lang="en-US" sz="2258" b="1" dirty="0">
                <a:solidFill>
                  <a:srgbClr val="194FA5"/>
                </a:solidFill>
                <a:latin typeface="TT Hoves Bold"/>
                <a:ea typeface="TT Hoves Bold"/>
                <a:cs typeface="TT Hoves Bold"/>
                <a:sym typeface="TT Hoves Bold"/>
              </a:rPr>
              <a:t>&gt;&gt;   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07906" y="2835731"/>
            <a:ext cx="327618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dirty="0">
                <a:solidFill>
                  <a:srgbClr val="194FA5"/>
                </a:solidFill>
                <a:latin typeface="TT Hoves"/>
                <a:ea typeface="TT Hoves"/>
                <a:cs typeface="TT Hoves"/>
                <a:sym typeface="TT Hoves"/>
              </a:rPr>
              <a:t>This certificate is proudly presented to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51226" y="4702567"/>
            <a:ext cx="5789548" cy="26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194FA5"/>
                </a:solidFill>
                <a:latin typeface="TT Hoves"/>
                <a:ea typeface="TT Hoves"/>
                <a:cs typeface="TT Hoves"/>
                <a:sym typeface="TT Hoves"/>
              </a:rPr>
              <a:t>&lt;&lt;Description&gt;&gt;</a:t>
            </a:r>
          </a:p>
        </p:txBody>
      </p:sp>
      <p:sp>
        <p:nvSpPr>
          <p:cNvPr id="27" name="OrganizationLogo">
            <a:extLst>
              <a:ext uri="{FF2B5EF4-FFF2-40B4-BE49-F238E27FC236}">
                <a16:creationId xmlns:a16="http://schemas.microsoft.com/office/drawing/2014/main" id="{F58B1D94-EE08-3472-F3CE-AAD12E6C594B}"/>
              </a:ext>
            </a:extLst>
          </p:cNvPr>
          <p:cNvSpPr/>
          <p:nvPr/>
        </p:nvSpPr>
        <p:spPr>
          <a:xfrm flipH="1">
            <a:off x="4288458" y="152478"/>
            <a:ext cx="447940" cy="4705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78778D2F-D3D7-455E-8AC6-0F367F3B597D}"/>
              </a:ext>
            </a:extLst>
          </p:cNvPr>
          <p:cNvSpPr txBox="1"/>
          <p:nvPr/>
        </p:nvSpPr>
        <p:spPr>
          <a:xfrm>
            <a:off x="4799192" y="-310837"/>
            <a:ext cx="2591503" cy="836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95"/>
              </a:lnSpc>
            </a:pPr>
            <a:r>
              <a:rPr lang="en-US" dirty="0">
                <a:solidFill>
                  <a:srgbClr val="194FA5"/>
                </a:solidFill>
                <a:latin typeface="TT Hoves"/>
              </a:rPr>
              <a:t>&lt;&lt;</a:t>
            </a:r>
            <a:r>
              <a:rPr lang="en-US" dirty="0" err="1">
                <a:solidFill>
                  <a:srgbClr val="194FA5"/>
                </a:solidFill>
                <a:latin typeface="TT Hoves"/>
              </a:rPr>
              <a:t>OrganizationName</a:t>
            </a:r>
            <a:r>
              <a:rPr lang="en-US" dirty="0">
                <a:solidFill>
                  <a:srgbClr val="194FA5"/>
                </a:solidFill>
                <a:latin typeface="TT Hoves"/>
              </a:rPr>
              <a:t>&gt;&gt; </a:t>
            </a:r>
            <a:endParaRPr lang="en-US" dirty="0">
              <a:solidFill>
                <a:srgbClr val="194FA5"/>
              </a:solidFill>
              <a:latin typeface="TT Hoves"/>
              <a:sym typeface="Garet"/>
            </a:endParaRPr>
          </a:p>
        </p:txBody>
      </p:sp>
      <p:sp>
        <p:nvSpPr>
          <p:cNvPr id="33" name="TextBox 18">
            <a:extLst>
              <a:ext uri="{FF2B5EF4-FFF2-40B4-BE49-F238E27FC236}">
                <a16:creationId xmlns:a16="http://schemas.microsoft.com/office/drawing/2014/main" id="{C1E9738F-0D80-30F3-DAFA-39296C0B765C}"/>
              </a:ext>
            </a:extLst>
          </p:cNvPr>
          <p:cNvSpPr txBox="1"/>
          <p:nvPr/>
        </p:nvSpPr>
        <p:spPr>
          <a:xfrm>
            <a:off x="4764960" y="7128953"/>
            <a:ext cx="1692109" cy="236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dirty="0">
                <a:solidFill>
                  <a:srgbClr val="194FA5"/>
                </a:solidFill>
                <a:latin typeface="TT Hoves"/>
              </a:rPr>
              <a:t>&lt;&lt;</a:t>
            </a:r>
            <a:r>
              <a:rPr lang="en-US" sz="1400" dirty="0" err="1">
                <a:solidFill>
                  <a:srgbClr val="194FA5"/>
                </a:solidFill>
                <a:latin typeface="TT Hoves"/>
              </a:rPr>
              <a:t>CertificateID</a:t>
            </a:r>
            <a:r>
              <a:rPr lang="en-US" sz="1400" dirty="0">
                <a:solidFill>
                  <a:srgbClr val="194FA5"/>
                </a:solidFill>
                <a:latin typeface="TT Hoves"/>
              </a:rPr>
              <a:t>&gt;&gt;</a:t>
            </a:r>
            <a:endParaRPr lang="en-US" sz="1400" dirty="0">
              <a:solidFill>
                <a:srgbClr val="194FA5"/>
              </a:solidFill>
              <a:latin typeface="TT Hoves"/>
              <a:sym typeface="Garet Bold"/>
            </a:endParaRPr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5A887D33-54D7-DEED-6B54-442621B0F040}"/>
              </a:ext>
            </a:extLst>
          </p:cNvPr>
          <p:cNvSpPr txBox="1"/>
          <p:nvPr/>
        </p:nvSpPr>
        <p:spPr>
          <a:xfrm>
            <a:off x="7226480" y="6224914"/>
            <a:ext cx="1321746" cy="190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09"/>
              </a:lnSpc>
              <a:spcBef>
                <a:spcPct val="0"/>
              </a:spcBef>
            </a:pPr>
            <a:r>
              <a:rPr lang="en-US" sz="1149" dirty="0">
                <a:solidFill>
                  <a:srgbClr val="194FA5"/>
                </a:solidFill>
                <a:latin typeface="TT Hoves"/>
              </a:rPr>
              <a:t>&lt;&lt;</a:t>
            </a:r>
            <a:r>
              <a:rPr lang="en-US" sz="1149" dirty="0" err="1">
                <a:solidFill>
                  <a:srgbClr val="194FA5"/>
                </a:solidFill>
                <a:latin typeface="TT Hoves"/>
              </a:rPr>
              <a:t>AuthorityName</a:t>
            </a:r>
            <a:r>
              <a:rPr lang="en-US" sz="1149" dirty="0">
                <a:solidFill>
                  <a:srgbClr val="194FA5"/>
                </a:solidFill>
                <a:latin typeface="TT Hoves"/>
              </a:rPr>
              <a:t>&gt;&gt;</a:t>
            </a:r>
            <a:endParaRPr lang="en-US" sz="1149" dirty="0">
              <a:solidFill>
                <a:srgbClr val="194FA5"/>
              </a:solidFill>
              <a:latin typeface="TT Hoves"/>
              <a:sym typeface="Garet Bold"/>
            </a:endParaRPr>
          </a:p>
        </p:txBody>
      </p:sp>
      <p:sp>
        <p:nvSpPr>
          <p:cNvPr id="39" name="TextBox 17">
            <a:extLst>
              <a:ext uri="{FF2B5EF4-FFF2-40B4-BE49-F238E27FC236}">
                <a16:creationId xmlns:a16="http://schemas.microsoft.com/office/drawing/2014/main" id="{9779D760-7D7C-1D80-35C6-92331C1052B5}"/>
              </a:ext>
            </a:extLst>
          </p:cNvPr>
          <p:cNvSpPr txBox="1"/>
          <p:nvPr/>
        </p:nvSpPr>
        <p:spPr>
          <a:xfrm>
            <a:off x="6619916" y="6462299"/>
            <a:ext cx="2534873" cy="190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09"/>
              </a:lnSpc>
            </a:pPr>
            <a:r>
              <a:rPr lang="en-US" sz="1149" dirty="0">
                <a:solidFill>
                  <a:srgbClr val="194FA5"/>
                </a:solidFill>
                <a:latin typeface="TT Hoves"/>
              </a:rPr>
              <a:t>&lt;&lt;</a:t>
            </a:r>
            <a:r>
              <a:rPr lang="en-US" sz="1149" dirty="0" err="1">
                <a:solidFill>
                  <a:srgbClr val="194FA5"/>
                </a:solidFill>
                <a:latin typeface="TT Hoves"/>
              </a:rPr>
              <a:t>AuthorityDesignation</a:t>
            </a:r>
            <a:r>
              <a:rPr lang="en-US" sz="1149" dirty="0">
                <a:solidFill>
                  <a:srgbClr val="194FA5"/>
                </a:solidFill>
                <a:latin typeface="TT Hoves"/>
              </a:rPr>
              <a:t>&gt;&gt;</a:t>
            </a:r>
            <a:endParaRPr lang="en-US" sz="1149" dirty="0">
              <a:solidFill>
                <a:srgbClr val="194FA5"/>
              </a:solidFill>
              <a:latin typeface="TT Hoves"/>
              <a:sym typeface="Garet"/>
            </a:endParaRPr>
          </a:p>
        </p:txBody>
      </p:sp>
      <p:sp>
        <p:nvSpPr>
          <p:cNvPr id="49" name="TextBox 18">
            <a:extLst>
              <a:ext uri="{FF2B5EF4-FFF2-40B4-BE49-F238E27FC236}">
                <a16:creationId xmlns:a16="http://schemas.microsoft.com/office/drawing/2014/main" id="{BF97DA5E-2F88-32AF-C256-A80561A5EF3C}"/>
              </a:ext>
            </a:extLst>
          </p:cNvPr>
          <p:cNvSpPr txBox="1"/>
          <p:nvPr/>
        </p:nvSpPr>
        <p:spPr>
          <a:xfrm>
            <a:off x="4270413" y="2358073"/>
            <a:ext cx="2151172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194FA5"/>
                </a:solidFill>
                <a:latin typeface="TT Hoves Bold"/>
              </a:rPr>
              <a:t>&lt;&lt;</a:t>
            </a:r>
            <a:r>
              <a:rPr lang="en-US" b="1" dirty="0" err="1">
                <a:solidFill>
                  <a:srgbClr val="194FA5"/>
                </a:solidFill>
                <a:latin typeface="TT Hoves Bold"/>
              </a:rPr>
              <a:t>IssueDate</a:t>
            </a:r>
            <a:r>
              <a:rPr lang="en-US" b="1" dirty="0">
                <a:solidFill>
                  <a:srgbClr val="194FA5"/>
                </a:solidFill>
                <a:latin typeface="TT Hoves Bold"/>
              </a:rPr>
              <a:t>&gt;&gt; </a:t>
            </a:r>
            <a:endParaRPr lang="en-US" b="1" dirty="0">
              <a:solidFill>
                <a:srgbClr val="194FA5"/>
              </a:solidFill>
              <a:latin typeface="TT Hoves Bold"/>
              <a:sym typeface="Garet Bold"/>
            </a:endParaRPr>
          </a:p>
        </p:txBody>
      </p:sp>
      <p:sp>
        <p:nvSpPr>
          <p:cNvPr id="6" name="TextBox 21">
            <a:extLst>
              <a:ext uri="{FF2B5EF4-FFF2-40B4-BE49-F238E27FC236}">
                <a16:creationId xmlns:a16="http://schemas.microsoft.com/office/drawing/2014/main" id="{8D23466E-F8B4-B638-2380-A194726EC165}"/>
              </a:ext>
            </a:extLst>
          </p:cNvPr>
          <p:cNvSpPr txBox="1"/>
          <p:nvPr/>
        </p:nvSpPr>
        <p:spPr>
          <a:xfrm>
            <a:off x="3713100" y="7149731"/>
            <a:ext cx="1692109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94FA5"/>
                </a:solidFill>
                <a:latin typeface="TT Hoves"/>
              </a:rPr>
              <a:t>Cert ID :</a:t>
            </a:r>
            <a:endParaRPr lang="en-US" sz="1400" dirty="0">
              <a:solidFill>
                <a:srgbClr val="194FA5"/>
              </a:solidFill>
              <a:latin typeface="TT Hoves"/>
              <a:sym typeface="TT Hoves"/>
            </a:endParaRPr>
          </a:p>
        </p:txBody>
      </p:sp>
      <p:sp>
        <p:nvSpPr>
          <p:cNvPr id="4" name="AuthoritySignature">
            <a:extLst>
              <a:ext uri="{FF2B5EF4-FFF2-40B4-BE49-F238E27FC236}">
                <a16:creationId xmlns:a16="http://schemas.microsoft.com/office/drawing/2014/main" id="{D9FBEB2F-7EEE-1CA9-0FA2-FA5EF070EA3F}"/>
              </a:ext>
            </a:extLst>
          </p:cNvPr>
          <p:cNvSpPr/>
          <p:nvPr/>
        </p:nvSpPr>
        <p:spPr>
          <a:xfrm>
            <a:off x="6859814" y="5641691"/>
            <a:ext cx="2133413" cy="546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194FA5"/>
              </a:solidFill>
              <a:latin typeface="Rastanty Cortez" panose="02000506000000020003" pitchFamily="2" charset="0"/>
            </a:endParaRP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77DEFBFD-5793-AD5A-1B4A-93D02F49B3C3}"/>
              </a:ext>
            </a:extLst>
          </p:cNvPr>
          <p:cNvSpPr txBox="1"/>
          <p:nvPr/>
        </p:nvSpPr>
        <p:spPr>
          <a:xfrm>
            <a:off x="6410456" y="5898026"/>
            <a:ext cx="3032128" cy="30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3600" b="1" dirty="0">
                <a:solidFill>
                  <a:srgbClr val="194FA5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&lt;&lt;</a:t>
            </a:r>
            <a:r>
              <a:rPr lang="en-US" sz="3600" b="1" dirty="0" err="1">
                <a:solidFill>
                  <a:srgbClr val="194FA5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AuthoritySignatureText</a:t>
            </a:r>
            <a:r>
              <a:rPr lang="en-US" sz="3600" b="1" dirty="0">
                <a:solidFill>
                  <a:srgbClr val="194FA5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&gt;&gt;</a:t>
            </a:r>
          </a:p>
        </p:txBody>
      </p:sp>
      <p:sp>
        <p:nvSpPr>
          <p:cNvPr id="47" name="ISOLogo">
            <a:extLst>
              <a:ext uri="{FF2B5EF4-FFF2-40B4-BE49-F238E27FC236}">
                <a16:creationId xmlns:a16="http://schemas.microsoft.com/office/drawing/2014/main" id="{11996889-EC7A-BC9F-3592-C9A91685362C}"/>
              </a:ext>
            </a:extLst>
          </p:cNvPr>
          <p:cNvSpPr/>
          <p:nvPr/>
        </p:nvSpPr>
        <p:spPr>
          <a:xfrm>
            <a:off x="4713633" y="5520810"/>
            <a:ext cx="1250495" cy="12504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B494909-5219-28B6-278E-47B88D27575D}"/>
              </a:ext>
            </a:extLst>
          </p:cNvPr>
          <p:cNvSpPr/>
          <p:nvPr/>
        </p:nvSpPr>
        <p:spPr>
          <a:xfrm>
            <a:off x="2366444" y="5598806"/>
            <a:ext cx="1080000" cy="1080000"/>
          </a:xfrm>
          <a:prstGeom prst="roundRect">
            <a:avLst>
              <a:gd name="adj" fmla="val 5411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5" name="QRCode">
            <a:extLst>
              <a:ext uri="{FF2B5EF4-FFF2-40B4-BE49-F238E27FC236}">
                <a16:creationId xmlns:a16="http://schemas.microsoft.com/office/drawing/2014/main" id="{FE6AADBA-8747-6551-645C-63C66A9DA55D}"/>
              </a:ext>
            </a:extLst>
          </p:cNvPr>
          <p:cNvSpPr/>
          <p:nvPr/>
        </p:nvSpPr>
        <p:spPr>
          <a:xfrm>
            <a:off x="2420444" y="5652806"/>
            <a:ext cx="9720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540DC454-0912-4983-56E5-5BB2BD3DCCCA}"/>
              </a:ext>
            </a:extLst>
          </p:cNvPr>
          <p:cNvSpPr txBox="1"/>
          <p:nvPr/>
        </p:nvSpPr>
        <p:spPr>
          <a:xfrm>
            <a:off x="2313456" y="6665606"/>
            <a:ext cx="1183782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+mj-lt"/>
              </a:rPr>
              <a:t>Scan to Validate</a:t>
            </a:r>
            <a:endParaRPr lang="en-US" sz="1100" dirty="0">
              <a:latin typeface="+mj-lt"/>
              <a:sym typeface="TT Hov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40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Calibri</vt:lpstr>
      <vt:lpstr>TT Hoves</vt:lpstr>
      <vt:lpstr>Parisienne</vt:lpstr>
      <vt:lpstr>TT Hoves Bold</vt:lpstr>
      <vt:lpstr>Rastanty Cortez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Yellow Modern Appreciation Certificate</dc:title>
  <cp:lastModifiedBy>Sachin Jangir</cp:lastModifiedBy>
  <cp:revision>28</cp:revision>
  <dcterms:created xsi:type="dcterms:W3CDTF">2006-08-16T00:00:00Z</dcterms:created>
  <dcterms:modified xsi:type="dcterms:W3CDTF">2026-08-24T09:00:12Z</dcterms:modified>
  <dc:identifier>DAHQ8Ikz6IE</dc:identifier>
</cp:coreProperties>
</file>