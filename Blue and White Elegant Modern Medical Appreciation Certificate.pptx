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10693400" cy="7556500"/>
  <p:notesSz cx="6858000" cy="9144000"/>
  <p:embeddedFontLst>
    <p:embeddedFont>
      <p:font typeface="Garet" panose="020B0604020202020204" charset="0"/>
      <p:regular r:id="rId3"/>
    </p:embeddedFont>
    <p:embeddedFont>
      <p:font typeface="Garet Bold" panose="020B0604020202020204" charset="0"/>
      <p:regular r:id="rId4"/>
    </p:embeddedFont>
    <p:embeddedFont>
      <p:font typeface="Garet Light" panose="020B0604020202020204" charset="0"/>
      <p:regular r:id="rId5"/>
    </p:embeddedFont>
    <p:embeddedFont>
      <p:font typeface="Quotes Script" panose="020B0604020202020204" charset="0"/>
      <p:regular r:id="rId6"/>
    </p:embeddedFont>
    <p:embeddedFont>
      <p:font typeface="Rastanty Cortez" panose="02000506000000020003" pitchFamily="2" charset="0"/>
      <p:regular r:id="rId7"/>
    </p:embeddedFont>
    <p:embeddedFont>
      <p:font typeface="TT Hove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6894" autoAdjust="0"/>
  </p:normalViewPr>
  <p:slideViewPr>
    <p:cSldViewPr>
      <p:cViewPr varScale="1">
        <p:scale>
          <a:sx n="65" d="100"/>
          <a:sy n="65" d="100"/>
        </p:scale>
        <p:origin x="163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1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3" r="-30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400" y="4650332"/>
            <a:ext cx="4425745" cy="2906168"/>
          </a:xfrm>
          <a:custGeom>
            <a:avLst/>
            <a:gdLst/>
            <a:ahLst/>
            <a:cxnLst/>
            <a:rect l="l" t="t" r="r" b="b"/>
            <a:pathLst>
              <a:path w="5046337" h="3040418">
                <a:moveTo>
                  <a:pt x="0" y="0"/>
                </a:moveTo>
                <a:lnTo>
                  <a:pt x="5046337" y="0"/>
                </a:lnTo>
                <a:lnTo>
                  <a:pt x="5046337" y="3040418"/>
                </a:lnTo>
                <a:lnTo>
                  <a:pt x="0" y="3040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59" b="-46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 flipV="1">
            <a:off x="6492254" y="0"/>
            <a:ext cx="4201146" cy="3060944"/>
          </a:xfrm>
          <a:custGeom>
            <a:avLst/>
            <a:gdLst/>
            <a:ahLst/>
            <a:cxnLst/>
            <a:rect l="l" t="t" r="r" b="b"/>
            <a:pathLst>
              <a:path w="5356166" h="3227090">
                <a:moveTo>
                  <a:pt x="5356167" y="3227090"/>
                </a:moveTo>
                <a:lnTo>
                  <a:pt x="0" y="3227090"/>
                </a:lnTo>
                <a:lnTo>
                  <a:pt x="0" y="0"/>
                </a:lnTo>
                <a:lnTo>
                  <a:pt x="5356167" y="0"/>
                </a:lnTo>
                <a:lnTo>
                  <a:pt x="5356167" y="3227090"/>
                </a:lnTo>
                <a:close/>
              </a:path>
            </a:pathLst>
          </a:custGeom>
          <a:blipFill>
            <a:blip r:embed="rId3"/>
            <a:stretch>
              <a:fillRect l="-27494" r="1" b="-54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714576" y="787013"/>
            <a:ext cx="1493090" cy="2032566"/>
          </a:xfrm>
          <a:custGeom>
            <a:avLst/>
            <a:gdLst/>
            <a:ahLst/>
            <a:cxnLst/>
            <a:rect l="l" t="t" r="r" b="b"/>
            <a:pathLst>
              <a:path w="1672473" h="2276764">
                <a:moveTo>
                  <a:pt x="0" y="0"/>
                </a:moveTo>
                <a:lnTo>
                  <a:pt x="1672473" y="0"/>
                </a:lnTo>
                <a:lnTo>
                  <a:pt x="1672473" y="2276764"/>
                </a:lnTo>
                <a:lnTo>
                  <a:pt x="0" y="2276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76054" y="2976747"/>
            <a:ext cx="9749713" cy="1454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151"/>
              </a:lnSpc>
            </a:pPr>
            <a:r>
              <a:rPr lang="en-US" sz="4800" dirty="0">
                <a:solidFill>
                  <a:srgbClr val="06325A"/>
                </a:solidFill>
                <a:latin typeface="Quotes Script"/>
              </a:rPr>
              <a:t>&lt;&lt;</a:t>
            </a:r>
            <a:r>
              <a:rPr lang="en-US" sz="4800" dirty="0" err="1">
                <a:solidFill>
                  <a:srgbClr val="06325A"/>
                </a:solidFill>
                <a:latin typeface="Quotes Script"/>
              </a:rPr>
              <a:t>CandidateName</a:t>
            </a:r>
            <a:r>
              <a:rPr lang="en-US" sz="4800" dirty="0">
                <a:solidFill>
                  <a:srgbClr val="06325A"/>
                </a:solidFill>
                <a:latin typeface="Quotes Script"/>
              </a:rPr>
              <a:t>&gt;&gt;</a:t>
            </a:r>
            <a:endParaRPr lang="en-US" sz="4800" dirty="0">
              <a:solidFill>
                <a:srgbClr val="06325A"/>
              </a:solidFill>
              <a:latin typeface="Quotes Script"/>
              <a:sym typeface="Quotes Script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225437" y="4384919"/>
            <a:ext cx="6241125" cy="0"/>
          </a:xfrm>
          <a:prstGeom prst="line">
            <a:avLst/>
          </a:prstGeom>
          <a:ln w="38100" cap="flat">
            <a:solidFill>
              <a:srgbClr val="06325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143254" y="957247"/>
            <a:ext cx="4405492" cy="94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8"/>
              </a:lnSpc>
            </a:pPr>
            <a:r>
              <a:rPr lang="en-US" sz="5620" b="1" dirty="0">
                <a:solidFill>
                  <a:srgbClr val="06325A"/>
                </a:solidFill>
                <a:latin typeface="Garet Bold"/>
                <a:ea typeface="Garet Bold"/>
                <a:cs typeface="Garet Bold"/>
                <a:sym typeface="Garet Bold"/>
              </a:rPr>
              <a:t>Certificate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59652" y="1876225"/>
            <a:ext cx="6206910" cy="386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Garet"/>
                <a:sym typeface="TT Hoves Bold"/>
              </a:rPr>
              <a:t>&lt;&lt;</a:t>
            </a:r>
            <a:r>
              <a:rPr lang="en-US" sz="2199" dirty="0" err="1">
                <a:solidFill>
                  <a:srgbClr val="000000"/>
                </a:solidFill>
                <a:latin typeface="Garet"/>
                <a:sym typeface="TT Hoves Bold"/>
              </a:rPr>
              <a:t>CertificateSubtitle</a:t>
            </a:r>
            <a:r>
              <a:rPr lang="en-US" sz="2199" dirty="0">
                <a:solidFill>
                  <a:srgbClr val="000000"/>
                </a:solidFill>
                <a:latin typeface="Garet"/>
                <a:sym typeface="TT Hoves Bold"/>
              </a:rPr>
              <a:t>&gt;&gt;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41243" y="2930181"/>
            <a:ext cx="459920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certificate is proudly presented 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8684" y="4678907"/>
            <a:ext cx="7694632" cy="416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00" dirty="0">
                <a:solidFill>
                  <a:srgbClr val="194FA5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Garet Light"/>
                <a:sym typeface="TT Hoves"/>
              </a:rPr>
              <a:t>&lt;&lt;Description&gt;&gt;</a:t>
            </a:r>
            <a:endParaRPr lang="en-US" sz="1300" dirty="0">
              <a:solidFill>
                <a:srgbClr val="000000"/>
              </a:solidFill>
              <a:latin typeface="Garet Light"/>
              <a:sym typeface="Garet Light"/>
            </a:endParaRPr>
          </a:p>
          <a:p>
            <a:pPr algn="ctr">
              <a:lnSpc>
                <a:spcPts val="1679"/>
              </a:lnSpc>
            </a:pPr>
            <a:endParaRPr lang="en-US" sz="1200" dirty="0">
              <a:solidFill>
                <a:srgbClr val="000000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sp>
        <p:nvSpPr>
          <p:cNvPr id="20" name="Freeform 20"/>
          <p:cNvSpPr/>
          <p:nvPr/>
        </p:nvSpPr>
        <p:spPr>
          <a:xfrm flipH="1">
            <a:off x="9357487" y="6446761"/>
            <a:ext cx="1334513" cy="1109739"/>
          </a:xfrm>
          <a:custGeom>
            <a:avLst/>
            <a:gdLst/>
            <a:ahLst/>
            <a:cxnLst/>
            <a:rect l="l" t="t" r="r" b="b"/>
            <a:pathLst>
              <a:path w="1479612" h="2887941">
                <a:moveTo>
                  <a:pt x="1479612" y="0"/>
                </a:moveTo>
                <a:lnTo>
                  <a:pt x="0" y="0"/>
                </a:lnTo>
                <a:lnTo>
                  <a:pt x="0" y="2887941"/>
                </a:lnTo>
                <a:lnTo>
                  <a:pt x="1479612" y="2887941"/>
                </a:lnTo>
                <a:lnTo>
                  <a:pt x="1479612" y="0"/>
                </a:lnTo>
                <a:close/>
              </a:path>
            </a:pathLst>
          </a:custGeom>
          <a:blipFill>
            <a:blip r:embed="rId3"/>
            <a:stretch>
              <a:fillRect l="-10873" r="-248304" b="-16023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4" name="ISOLogo">
            <a:extLst>
              <a:ext uri="{FF2B5EF4-FFF2-40B4-BE49-F238E27FC236}">
                <a16:creationId xmlns:a16="http://schemas.microsoft.com/office/drawing/2014/main" id="{591AD37A-B23A-E00C-D763-E5A0DA117B85}"/>
              </a:ext>
            </a:extLst>
          </p:cNvPr>
          <p:cNvSpPr/>
          <p:nvPr/>
        </p:nvSpPr>
        <p:spPr>
          <a:xfrm>
            <a:off x="4587137" y="5424807"/>
            <a:ext cx="1353532" cy="1376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3F1DA1E4-8796-24F6-06E6-9D7FBA7966F1}"/>
              </a:ext>
            </a:extLst>
          </p:cNvPr>
          <p:cNvSpPr txBox="1"/>
          <p:nvPr/>
        </p:nvSpPr>
        <p:spPr>
          <a:xfrm>
            <a:off x="7379144" y="6425427"/>
            <a:ext cx="1631328" cy="176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 dirty="0">
                <a:solidFill>
                  <a:srgbClr val="000000"/>
                </a:solidFill>
                <a:latin typeface="Garet Bold"/>
              </a:rPr>
              <a:t>&lt;&lt;</a:t>
            </a:r>
            <a:r>
              <a:rPr lang="en-US" sz="1100" b="1" dirty="0" err="1">
                <a:solidFill>
                  <a:srgbClr val="000000"/>
                </a:solidFill>
                <a:latin typeface="Garet Bold"/>
              </a:rPr>
              <a:t>AuthorityName</a:t>
            </a:r>
            <a:r>
              <a:rPr lang="en-US" sz="1100" b="1" dirty="0">
                <a:solidFill>
                  <a:srgbClr val="000000"/>
                </a:solidFill>
                <a:latin typeface="Garet Bold"/>
              </a:rPr>
              <a:t>&gt;&gt;</a:t>
            </a:r>
            <a:endParaRPr lang="en-US" sz="1100" b="1" dirty="0">
              <a:solidFill>
                <a:srgbClr val="000000"/>
              </a:solidFill>
              <a:latin typeface="Garet Bold"/>
              <a:sym typeface="Garet Bold"/>
            </a:endParaRP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A19053B7-6482-2536-D981-BC2A21B10B24}"/>
              </a:ext>
            </a:extLst>
          </p:cNvPr>
          <p:cNvSpPr txBox="1"/>
          <p:nvPr/>
        </p:nvSpPr>
        <p:spPr>
          <a:xfrm>
            <a:off x="6901736" y="6626559"/>
            <a:ext cx="2534873" cy="180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dirty="0">
                <a:solidFill>
                  <a:srgbClr val="06325A"/>
                </a:solidFill>
                <a:latin typeface="Garet"/>
              </a:rPr>
              <a:t>&lt;&lt;</a:t>
            </a:r>
            <a:r>
              <a:rPr lang="en-US" sz="1100" dirty="0" err="1">
                <a:solidFill>
                  <a:srgbClr val="06325A"/>
                </a:solidFill>
                <a:latin typeface="Garet"/>
              </a:rPr>
              <a:t>AuthorityDesignation</a:t>
            </a:r>
            <a:r>
              <a:rPr lang="en-US" sz="1100" dirty="0">
                <a:solidFill>
                  <a:srgbClr val="06325A"/>
                </a:solidFill>
                <a:latin typeface="Garet"/>
              </a:rPr>
              <a:t>&gt;&gt;</a:t>
            </a:r>
            <a:endParaRPr lang="en-US" sz="1100" dirty="0">
              <a:solidFill>
                <a:srgbClr val="06325A"/>
              </a:solidFill>
              <a:latin typeface="Garet"/>
              <a:sym typeface="Garet"/>
            </a:endParaRPr>
          </a:p>
        </p:txBody>
      </p:sp>
      <p:sp>
        <p:nvSpPr>
          <p:cNvPr id="38" name="OrganizationLogo">
            <a:extLst>
              <a:ext uri="{FF2B5EF4-FFF2-40B4-BE49-F238E27FC236}">
                <a16:creationId xmlns:a16="http://schemas.microsoft.com/office/drawing/2014/main" id="{D3CD0B33-E929-1097-2A8A-1D63A6F31E76}"/>
              </a:ext>
            </a:extLst>
          </p:cNvPr>
          <p:cNvSpPr/>
          <p:nvPr/>
        </p:nvSpPr>
        <p:spPr>
          <a:xfrm flipH="1">
            <a:off x="476054" y="48319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62559738-9B8A-BCB4-A0D2-5C59E1AED684}"/>
              </a:ext>
            </a:extLst>
          </p:cNvPr>
          <p:cNvSpPr txBox="1"/>
          <p:nvPr/>
        </p:nvSpPr>
        <p:spPr>
          <a:xfrm>
            <a:off x="1104578" y="31366"/>
            <a:ext cx="5121536" cy="836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95"/>
              </a:lnSpc>
            </a:pPr>
            <a:r>
              <a:rPr lang="en-US" sz="1600" dirty="0">
                <a:solidFill>
                  <a:srgbClr val="06325A"/>
                </a:solidFill>
                <a:latin typeface="TT Hoves"/>
              </a:rPr>
              <a:t>&lt;&lt;</a:t>
            </a:r>
            <a:r>
              <a:rPr lang="en-US" sz="1600" dirty="0" err="1">
                <a:solidFill>
                  <a:srgbClr val="06325A"/>
                </a:solidFill>
                <a:latin typeface="TT Hoves"/>
              </a:rPr>
              <a:t>OrganizationName</a:t>
            </a:r>
            <a:r>
              <a:rPr lang="en-US" sz="1600" dirty="0">
                <a:solidFill>
                  <a:srgbClr val="06325A"/>
                </a:solidFill>
                <a:latin typeface="TT Hoves"/>
              </a:rPr>
              <a:t>&gt;&gt; </a:t>
            </a:r>
            <a:endParaRPr lang="en-US" sz="1600" dirty="0">
              <a:solidFill>
                <a:srgbClr val="06325A"/>
              </a:solidFill>
              <a:latin typeface="TT Hoves"/>
              <a:sym typeface="Garet"/>
            </a:endParaRPr>
          </a:p>
        </p:txBody>
      </p:sp>
      <p:sp>
        <p:nvSpPr>
          <p:cNvPr id="26" name="AuthoritySignature">
            <a:extLst>
              <a:ext uri="{FF2B5EF4-FFF2-40B4-BE49-F238E27FC236}">
                <a16:creationId xmlns:a16="http://schemas.microsoft.com/office/drawing/2014/main" id="{7A5171D8-1690-5F5A-AA91-F8598B365DA4}"/>
              </a:ext>
            </a:extLst>
          </p:cNvPr>
          <p:cNvSpPr/>
          <p:nvPr/>
        </p:nvSpPr>
        <p:spPr>
          <a:xfrm>
            <a:off x="7002673" y="5853893"/>
            <a:ext cx="2332998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34F639EB-0C2D-751B-C53E-F5BF206E3856}"/>
              </a:ext>
            </a:extLst>
          </p:cNvPr>
          <p:cNvSpPr txBox="1"/>
          <p:nvPr/>
        </p:nvSpPr>
        <p:spPr>
          <a:xfrm>
            <a:off x="6653108" y="6091566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b="1" dirty="0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600" b="1" dirty="0" err="1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600" b="1" dirty="0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6B1ED36-227E-A056-3416-1ECD85EAC8CA}"/>
              </a:ext>
            </a:extLst>
          </p:cNvPr>
          <p:cNvSpPr/>
          <p:nvPr/>
        </p:nvSpPr>
        <p:spPr>
          <a:xfrm flipV="1">
            <a:off x="7192702" y="6435484"/>
            <a:ext cx="2004434" cy="0"/>
          </a:xfrm>
          <a:prstGeom prst="line">
            <a:avLst/>
          </a:prstGeom>
          <a:ln w="9525" cap="flat">
            <a:solidFill>
              <a:srgbClr val="06325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8">
            <a:extLst>
              <a:ext uri="{FF2B5EF4-FFF2-40B4-BE49-F238E27FC236}">
                <a16:creationId xmlns:a16="http://schemas.microsoft.com/office/drawing/2014/main" id="{5F818214-E82F-FE2B-241D-3FDCE10A3331}"/>
              </a:ext>
            </a:extLst>
          </p:cNvPr>
          <p:cNvSpPr txBox="1"/>
          <p:nvPr/>
        </p:nvSpPr>
        <p:spPr>
          <a:xfrm>
            <a:off x="4265258" y="2430201"/>
            <a:ext cx="215117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dirty="0">
                <a:solidFill>
                  <a:srgbClr val="000000"/>
                </a:solidFill>
                <a:latin typeface="Garet"/>
              </a:rPr>
              <a:t>&lt;&lt;</a:t>
            </a:r>
            <a:r>
              <a:rPr lang="en-US" sz="1799" dirty="0" err="1">
                <a:solidFill>
                  <a:srgbClr val="000000"/>
                </a:solidFill>
                <a:latin typeface="Garet"/>
              </a:rPr>
              <a:t>IssueDate</a:t>
            </a:r>
            <a:r>
              <a:rPr lang="en-US" sz="1799" dirty="0">
                <a:solidFill>
                  <a:srgbClr val="000000"/>
                </a:solidFill>
                <a:latin typeface="Garet"/>
              </a:rPr>
              <a:t>&gt;&gt; </a:t>
            </a:r>
            <a:endParaRPr lang="en-US" sz="1799" dirty="0">
              <a:solidFill>
                <a:srgbClr val="000000"/>
              </a:solidFill>
              <a:latin typeface="Garet"/>
              <a:sym typeface="Garet Bold"/>
            </a:endParaRP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02E18883-8FC2-E706-9323-AE20D4C025D1}"/>
              </a:ext>
            </a:extLst>
          </p:cNvPr>
          <p:cNvSpPr txBox="1"/>
          <p:nvPr/>
        </p:nvSpPr>
        <p:spPr>
          <a:xfrm>
            <a:off x="5089238" y="7027205"/>
            <a:ext cx="2206863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1400">
                <a:solidFill>
                  <a:srgbClr val="06325A"/>
                </a:solidFill>
                <a:latin typeface="TT Hoves"/>
              </a:defRPr>
            </a:lvl1pPr>
          </a:lstStyle>
          <a:p>
            <a:pPr algn="l"/>
            <a:r>
              <a:rPr lang="en-US" dirty="0"/>
              <a:t>&lt;&lt;</a:t>
            </a:r>
            <a:r>
              <a:rPr lang="en-US" dirty="0" err="1"/>
              <a:t>CertificateID</a:t>
            </a:r>
            <a:r>
              <a:rPr lang="en-US" dirty="0"/>
              <a:t>&gt;&gt;</a:t>
            </a:r>
            <a:endParaRPr lang="en-US" dirty="0">
              <a:sym typeface="Garet Bold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C56199DB-0CFF-8487-6B8B-F0458BF18625}"/>
              </a:ext>
            </a:extLst>
          </p:cNvPr>
          <p:cNvSpPr txBox="1"/>
          <p:nvPr/>
        </p:nvSpPr>
        <p:spPr>
          <a:xfrm>
            <a:off x="3856916" y="7027205"/>
            <a:ext cx="169210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6325A"/>
                </a:solidFill>
                <a:latin typeface="TT Hoves"/>
              </a:rPr>
              <a:t>Cert ID :</a:t>
            </a:r>
            <a:endParaRPr lang="en-US" sz="1400" dirty="0">
              <a:solidFill>
                <a:srgbClr val="06325A"/>
              </a:solidFill>
              <a:latin typeface="TT Hoves"/>
              <a:sym typeface="TT Hove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33EA07-ADB4-9ACB-68EE-6CC2F238CDC9}"/>
              </a:ext>
            </a:extLst>
          </p:cNvPr>
          <p:cNvSpPr/>
          <p:nvPr/>
        </p:nvSpPr>
        <p:spPr>
          <a:xfrm>
            <a:off x="2015243" y="5478953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3" name="QRCode">
            <a:extLst>
              <a:ext uri="{FF2B5EF4-FFF2-40B4-BE49-F238E27FC236}">
                <a16:creationId xmlns:a16="http://schemas.microsoft.com/office/drawing/2014/main" id="{C5FC49BB-6B52-3FFB-FDF7-70CB21E51D7B}"/>
              </a:ext>
            </a:extLst>
          </p:cNvPr>
          <p:cNvSpPr/>
          <p:nvPr/>
        </p:nvSpPr>
        <p:spPr>
          <a:xfrm>
            <a:off x="2069243" y="5532953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CA39F902-0CE5-C9AA-74ED-FAB54CE5CCC4}"/>
              </a:ext>
            </a:extLst>
          </p:cNvPr>
          <p:cNvSpPr txBox="1"/>
          <p:nvPr/>
        </p:nvSpPr>
        <p:spPr>
          <a:xfrm>
            <a:off x="1962255" y="6545753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41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Calibri</vt:lpstr>
      <vt:lpstr>Garet Bold</vt:lpstr>
      <vt:lpstr>TT Hoves</vt:lpstr>
      <vt:lpstr>Rastanty Cortez</vt:lpstr>
      <vt:lpstr>Garet</vt:lpstr>
      <vt:lpstr>Garet Light</vt:lpstr>
      <vt:lpstr>Quotes Script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Elegant Modern Medical Appreciation Certificate</dc:title>
  <cp:lastModifiedBy>Sachin Jangir</cp:lastModifiedBy>
  <cp:revision>22</cp:revision>
  <dcterms:created xsi:type="dcterms:W3CDTF">2006-08-16T00:00:00Z</dcterms:created>
  <dcterms:modified xsi:type="dcterms:W3CDTF">2026-08-24T08:40:51Z</dcterms:modified>
  <dc:identifier>DAHQ2ouuHGw</dc:identifier>
</cp:coreProperties>
</file>