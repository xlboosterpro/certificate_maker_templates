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</p:sldIdLst>
  <p:sldSz cx="10693400" cy="7556500"/>
  <p:notesSz cx="6858000" cy="9144000"/>
  <p:embeddedFontLst>
    <p:embeddedFont>
      <p:font typeface="Gotham" panose="020B0604020202020204" charset="0"/>
      <p:regular r:id="rId3"/>
    </p:embeddedFont>
    <p:embeddedFont>
      <p:font typeface="Gotham Bold" panose="020B0604020202020204" charset="0"/>
      <p:regular r:id="rId4"/>
    </p:embeddedFont>
    <p:embeddedFont>
      <p:font typeface="Rastanty Cortez" panose="02000506000000020003" pitchFamily="2" charset="0"/>
      <p:regular r:id="rId5"/>
    </p:embeddedFont>
    <p:embeddedFont>
      <p:font typeface="Source Sans Pro SemiBold" panose="020B0603030403020204" pitchFamily="34" charset="0"/>
      <p:bold r:id="rId6"/>
    </p:embeddedFont>
    <p:embeddedFont>
      <p:font typeface="TT Drugs Bold" panose="020B0604020202020204" charset="0"/>
      <p:regular r:id="rId7"/>
    </p:embeddedFont>
    <p:embeddedFont>
      <p:font typeface="TT Hove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1301" y="-14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320208" y="2463413"/>
            <a:ext cx="6051584" cy="454724"/>
            <a:chOff x="0" y="0"/>
            <a:chExt cx="1031729" cy="1313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729" cy="131346"/>
            </a:xfrm>
            <a:custGeom>
              <a:avLst/>
              <a:gdLst/>
              <a:ahLst/>
              <a:cxnLst/>
              <a:rect l="l" t="t" r="r" b="b"/>
              <a:pathLst>
                <a:path w="1031729" h="131346">
                  <a:moveTo>
                    <a:pt x="0" y="0"/>
                  </a:moveTo>
                  <a:lnTo>
                    <a:pt x="1031729" y="0"/>
                  </a:lnTo>
                  <a:lnTo>
                    <a:pt x="1031729" y="131346"/>
                  </a:lnTo>
                  <a:lnTo>
                    <a:pt x="0" y="131346"/>
                  </a:lnTo>
                  <a:close/>
                </a:path>
              </a:pathLst>
            </a:custGeom>
            <a:solidFill>
              <a:srgbClr val="F9AD3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31729" cy="1599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7399375" y="5933709"/>
            <a:ext cx="1676400" cy="0"/>
          </a:xfrm>
          <a:prstGeom prst="line">
            <a:avLst/>
          </a:prstGeom>
          <a:ln w="19050" cap="flat">
            <a:solidFill>
              <a:srgbClr val="E34E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 flipV="1">
            <a:off x="491408" y="7311058"/>
            <a:ext cx="6640534" cy="245439"/>
          </a:xfrm>
          <a:custGeom>
            <a:avLst/>
            <a:gdLst/>
            <a:ahLst/>
            <a:cxnLst/>
            <a:rect l="l" t="t" r="r" b="b"/>
            <a:pathLst>
              <a:path w="6640534" h="1303959">
                <a:moveTo>
                  <a:pt x="6640534" y="1303960"/>
                </a:moveTo>
                <a:lnTo>
                  <a:pt x="0" y="1303960"/>
                </a:lnTo>
                <a:lnTo>
                  <a:pt x="0" y="0"/>
                </a:lnTo>
                <a:lnTo>
                  <a:pt x="6640534" y="0"/>
                </a:lnTo>
                <a:lnTo>
                  <a:pt x="6640534" y="130396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3127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560058" y="0"/>
            <a:ext cx="6663442" cy="248940"/>
          </a:xfrm>
          <a:custGeom>
            <a:avLst/>
            <a:gdLst/>
            <a:ahLst/>
            <a:cxnLst/>
            <a:rect l="l" t="t" r="r" b="b"/>
            <a:pathLst>
              <a:path w="6640534" h="1303959">
                <a:moveTo>
                  <a:pt x="0" y="0"/>
                </a:moveTo>
                <a:lnTo>
                  <a:pt x="6640534" y="0"/>
                </a:lnTo>
                <a:lnTo>
                  <a:pt x="6640534" y="1303960"/>
                </a:lnTo>
                <a:lnTo>
                  <a:pt x="0" y="13039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23804" r="344" b="-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4867064"/>
            <a:ext cx="2733298" cy="2689434"/>
          </a:xfrm>
          <a:custGeom>
            <a:avLst/>
            <a:gdLst/>
            <a:ahLst/>
            <a:cxnLst/>
            <a:rect l="l" t="t" r="r" b="b"/>
            <a:pathLst>
              <a:path w="3017168" h="3017168">
                <a:moveTo>
                  <a:pt x="0" y="0"/>
                </a:moveTo>
                <a:lnTo>
                  <a:pt x="3017168" y="0"/>
                </a:lnTo>
                <a:lnTo>
                  <a:pt x="3017168" y="3017168"/>
                </a:lnTo>
                <a:lnTo>
                  <a:pt x="0" y="30171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86" b="-121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flipH="1" flipV="1">
            <a:off x="7958702" y="0"/>
            <a:ext cx="2734698" cy="2692936"/>
          </a:xfrm>
          <a:custGeom>
            <a:avLst/>
            <a:gdLst/>
            <a:ahLst/>
            <a:cxnLst/>
            <a:rect l="l" t="t" r="r" b="b"/>
            <a:pathLst>
              <a:path w="3017168" h="3017168">
                <a:moveTo>
                  <a:pt x="3017168" y="3017168"/>
                </a:moveTo>
                <a:lnTo>
                  <a:pt x="0" y="3017168"/>
                </a:lnTo>
                <a:lnTo>
                  <a:pt x="0" y="0"/>
                </a:lnTo>
                <a:lnTo>
                  <a:pt x="3017168" y="0"/>
                </a:lnTo>
                <a:lnTo>
                  <a:pt x="3017168" y="301716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329" b="-120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33734" y="335298"/>
            <a:ext cx="1006578" cy="1206139"/>
          </a:xfrm>
          <a:custGeom>
            <a:avLst/>
            <a:gdLst/>
            <a:ahLst/>
            <a:cxnLst/>
            <a:rect l="l" t="t" r="r" b="b"/>
            <a:pathLst>
              <a:path w="1006578" h="1206139">
                <a:moveTo>
                  <a:pt x="0" y="0"/>
                </a:moveTo>
                <a:lnTo>
                  <a:pt x="1006578" y="0"/>
                </a:lnTo>
                <a:lnTo>
                  <a:pt x="1006578" y="1206139"/>
                </a:lnTo>
                <a:lnTo>
                  <a:pt x="0" y="1206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flipH="1" flipV="1">
            <a:off x="9351688" y="6018563"/>
            <a:ext cx="1006578" cy="1206139"/>
          </a:xfrm>
          <a:custGeom>
            <a:avLst/>
            <a:gdLst/>
            <a:ahLst/>
            <a:cxnLst/>
            <a:rect l="l" t="t" r="r" b="b"/>
            <a:pathLst>
              <a:path w="1006578" h="1206139">
                <a:moveTo>
                  <a:pt x="1006578" y="1206139"/>
                </a:moveTo>
                <a:lnTo>
                  <a:pt x="0" y="1206139"/>
                </a:lnTo>
                <a:lnTo>
                  <a:pt x="0" y="0"/>
                </a:lnTo>
                <a:lnTo>
                  <a:pt x="1006578" y="0"/>
                </a:lnTo>
                <a:lnTo>
                  <a:pt x="1006578" y="120613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4876507" y="5323866"/>
            <a:ext cx="939106" cy="1140195"/>
          </a:xfrm>
          <a:custGeom>
            <a:avLst/>
            <a:gdLst/>
            <a:ahLst/>
            <a:cxnLst/>
            <a:rect l="l" t="t" r="r" b="b"/>
            <a:pathLst>
              <a:path w="939106" h="1140195">
                <a:moveTo>
                  <a:pt x="0" y="0"/>
                </a:moveTo>
                <a:lnTo>
                  <a:pt x="939106" y="0"/>
                </a:lnTo>
                <a:lnTo>
                  <a:pt x="939106" y="1140194"/>
                </a:lnTo>
                <a:lnTo>
                  <a:pt x="0" y="11401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527786" y="1134766"/>
            <a:ext cx="7636428" cy="1368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87"/>
              </a:lnSpc>
            </a:pPr>
            <a:r>
              <a:rPr lang="en-US" sz="7991" b="1">
                <a:solidFill>
                  <a:srgbClr val="075498"/>
                </a:solidFill>
                <a:latin typeface="TT Drugs Bold"/>
                <a:ea typeface="TT Drugs Bold"/>
                <a:cs typeface="TT Drugs Bold"/>
                <a:sym typeface="TT Drugs Bold"/>
              </a:rPr>
              <a:t>CERTIFICATE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336960" y="2473513"/>
            <a:ext cx="4031837" cy="3400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091" b="1" spc="286" dirty="0">
                <a:solidFill>
                  <a:srgbClr val="FFFFFF"/>
                </a:solidFill>
                <a:latin typeface="TT Drugs Bold"/>
                <a:sym typeface="TT Hoves Bold"/>
              </a:rPr>
              <a:t>&lt;&lt;</a:t>
            </a:r>
            <a:r>
              <a:rPr lang="en-US" sz="2091" b="1" spc="286" dirty="0" err="1">
                <a:solidFill>
                  <a:srgbClr val="FFFFFF"/>
                </a:solidFill>
                <a:latin typeface="TT Drugs Bold"/>
                <a:sym typeface="TT Hoves Bold"/>
              </a:rPr>
              <a:t>CertificateSubtitle</a:t>
            </a:r>
            <a:r>
              <a:rPr lang="en-US" sz="2091" b="1" spc="286" dirty="0">
                <a:solidFill>
                  <a:srgbClr val="FFFFFF"/>
                </a:solidFill>
                <a:latin typeface="TT Drugs Bold"/>
                <a:sym typeface="TT Hoves Bold"/>
              </a:rPr>
              <a:t>&gt;&gt;  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30002" y="3206094"/>
            <a:ext cx="6231997" cy="285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1641" b="1">
                <a:solidFill>
                  <a:srgbClr val="075498"/>
                </a:solidFill>
                <a:latin typeface="Gotham Bold"/>
                <a:ea typeface="Gotham Bold"/>
                <a:cs typeface="Gotham Bold"/>
                <a:sym typeface="Gotham Bold"/>
              </a:rPr>
              <a:t>THIS CERTIFICATE IS PROUDLY PRESENTED TO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733298" y="4569736"/>
            <a:ext cx="5225404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sz="1200" dirty="0">
                <a:solidFill>
                  <a:srgbClr val="075498"/>
                </a:solidFill>
                <a:latin typeface="Gotham"/>
                <a:cs typeface="Gotham"/>
                <a:sym typeface="TT Hoves"/>
              </a:rPr>
              <a:t>&lt;&lt;Description&gt;&gt;</a:t>
            </a:r>
          </a:p>
        </p:txBody>
      </p:sp>
      <p:sp>
        <p:nvSpPr>
          <p:cNvPr id="22" name="OrganizationLogo">
            <a:extLst>
              <a:ext uri="{FF2B5EF4-FFF2-40B4-BE49-F238E27FC236}">
                <a16:creationId xmlns:a16="http://schemas.microsoft.com/office/drawing/2014/main" id="{D1B1CD49-091B-055A-CA14-40F2157A5C2E}"/>
              </a:ext>
            </a:extLst>
          </p:cNvPr>
          <p:cNvSpPr/>
          <p:nvPr/>
        </p:nvSpPr>
        <p:spPr>
          <a:xfrm flipH="1">
            <a:off x="4146636" y="288249"/>
            <a:ext cx="576000" cy="576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8BEDE1CC-D996-0B84-E34D-84C62A95BE93}"/>
              </a:ext>
            </a:extLst>
          </p:cNvPr>
          <p:cNvSpPr txBox="1"/>
          <p:nvPr/>
        </p:nvSpPr>
        <p:spPr>
          <a:xfrm>
            <a:off x="4777294" y="-135851"/>
            <a:ext cx="3684705" cy="836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95"/>
              </a:lnSpc>
            </a:pPr>
            <a:r>
              <a:rPr lang="en-US" sz="1600" dirty="0">
                <a:solidFill>
                  <a:srgbClr val="194FA5"/>
                </a:solidFill>
                <a:latin typeface="TT Hoves"/>
              </a:rPr>
              <a:t>&lt;&lt;</a:t>
            </a:r>
            <a:r>
              <a:rPr lang="en-US" sz="1600" dirty="0" err="1">
                <a:solidFill>
                  <a:srgbClr val="194FA5"/>
                </a:solidFill>
                <a:latin typeface="TT Hoves"/>
              </a:rPr>
              <a:t>OrganizationName</a:t>
            </a:r>
            <a:r>
              <a:rPr lang="en-US" sz="1600" dirty="0">
                <a:solidFill>
                  <a:srgbClr val="194FA5"/>
                </a:solidFill>
                <a:latin typeface="TT Hoves"/>
              </a:rPr>
              <a:t>&gt;&gt; </a:t>
            </a:r>
            <a:endParaRPr lang="en-US" sz="1600" dirty="0">
              <a:solidFill>
                <a:srgbClr val="194FA5"/>
              </a:solidFill>
              <a:latin typeface="TT Hoves"/>
              <a:sym typeface="Garet"/>
            </a:endParaRPr>
          </a:p>
        </p:txBody>
      </p:sp>
      <p:sp>
        <p:nvSpPr>
          <p:cNvPr id="26" name="ISOLogo">
            <a:extLst>
              <a:ext uri="{FF2B5EF4-FFF2-40B4-BE49-F238E27FC236}">
                <a16:creationId xmlns:a16="http://schemas.microsoft.com/office/drawing/2014/main" id="{90B899A5-89CE-FC12-DEE4-6A30DB12EB91}"/>
              </a:ext>
            </a:extLst>
          </p:cNvPr>
          <p:cNvSpPr/>
          <p:nvPr/>
        </p:nvSpPr>
        <p:spPr>
          <a:xfrm>
            <a:off x="386733" y="2292890"/>
            <a:ext cx="1250495" cy="12504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18">
            <a:extLst>
              <a:ext uri="{FF2B5EF4-FFF2-40B4-BE49-F238E27FC236}">
                <a16:creationId xmlns:a16="http://schemas.microsoft.com/office/drawing/2014/main" id="{6781B32C-1E42-765F-EC21-A7F3FC71E4AE}"/>
              </a:ext>
            </a:extLst>
          </p:cNvPr>
          <p:cNvSpPr txBox="1"/>
          <p:nvPr/>
        </p:nvSpPr>
        <p:spPr>
          <a:xfrm>
            <a:off x="5016053" y="7071477"/>
            <a:ext cx="3655135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ct val="100000"/>
              </a:lnSpc>
              <a:defRPr sz="1400">
                <a:solidFill>
                  <a:srgbClr val="194FA5"/>
                </a:solidFill>
                <a:latin typeface="TT Hoves"/>
              </a:defRPr>
            </a:lvl1pPr>
          </a:lstStyle>
          <a:p>
            <a:pPr algn="l"/>
            <a:r>
              <a:rPr lang="en-US" dirty="0"/>
              <a:t>&lt;&lt;</a:t>
            </a:r>
            <a:r>
              <a:rPr lang="en-US" dirty="0" err="1"/>
              <a:t>CertificateID</a:t>
            </a:r>
            <a:r>
              <a:rPr lang="en-US" dirty="0"/>
              <a:t>&gt;&gt;</a:t>
            </a:r>
            <a:endParaRPr lang="en-US" dirty="0">
              <a:sym typeface="Garet Bold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5485A004-242F-32F7-C5F5-38111485CB2D}"/>
              </a:ext>
            </a:extLst>
          </p:cNvPr>
          <p:cNvSpPr txBox="1"/>
          <p:nvPr/>
        </p:nvSpPr>
        <p:spPr>
          <a:xfrm>
            <a:off x="3805899" y="7071477"/>
            <a:ext cx="1692109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94FA5"/>
                </a:solidFill>
                <a:latin typeface="TT Hoves"/>
              </a:rPr>
              <a:t>Cert ID :</a:t>
            </a:r>
            <a:endParaRPr lang="en-US" sz="1400" dirty="0">
              <a:solidFill>
                <a:srgbClr val="194FA5"/>
              </a:solidFill>
              <a:latin typeface="TT Hoves"/>
              <a:sym typeface="TT Hoves"/>
            </a:endParaRPr>
          </a:p>
        </p:txBody>
      </p:sp>
      <p:sp>
        <p:nvSpPr>
          <p:cNvPr id="40" name="TextBox 16">
            <a:extLst>
              <a:ext uri="{FF2B5EF4-FFF2-40B4-BE49-F238E27FC236}">
                <a16:creationId xmlns:a16="http://schemas.microsoft.com/office/drawing/2014/main" id="{35441933-FCE5-01AF-5707-75AC4722AAF5}"/>
              </a:ext>
            </a:extLst>
          </p:cNvPr>
          <p:cNvSpPr txBox="1"/>
          <p:nvPr/>
        </p:nvSpPr>
        <p:spPr>
          <a:xfrm>
            <a:off x="7576702" y="5988486"/>
            <a:ext cx="1321746" cy="164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20"/>
              </a:lnSpc>
              <a:spcBef>
                <a:spcPct val="0"/>
              </a:spcBef>
            </a:pPr>
            <a:r>
              <a:rPr lang="en-US" sz="1014" dirty="0">
                <a:solidFill>
                  <a:srgbClr val="075498"/>
                </a:solidFill>
                <a:latin typeface="Gotham"/>
                <a:cs typeface="Gotham"/>
              </a:rPr>
              <a:t>&lt;&lt;</a:t>
            </a:r>
            <a:r>
              <a:rPr lang="en-US" sz="1014" dirty="0" err="1">
                <a:solidFill>
                  <a:srgbClr val="075498"/>
                </a:solidFill>
                <a:latin typeface="Gotham"/>
                <a:cs typeface="Gotham"/>
              </a:rPr>
              <a:t>AuthorityName</a:t>
            </a:r>
            <a:r>
              <a:rPr lang="en-US" sz="1014" dirty="0">
                <a:solidFill>
                  <a:srgbClr val="075498"/>
                </a:solidFill>
                <a:latin typeface="Gotham"/>
                <a:cs typeface="Gotham"/>
              </a:rPr>
              <a:t>&gt;&gt;</a:t>
            </a:r>
            <a:endParaRPr lang="en-US" sz="1014" dirty="0">
              <a:solidFill>
                <a:srgbClr val="075498"/>
              </a:solidFill>
              <a:latin typeface="Gotham"/>
              <a:cs typeface="Gotham"/>
              <a:sym typeface="Garet Bold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88CDD3B0-5D16-4794-1E37-0B67520BBEE7}"/>
              </a:ext>
            </a:extLst>
          </p:cNvPr>
          <p:cNvSpPr txBox="1"/>
          <p:nvPr/>
        </p:nvSpPr>
        <p:spPr>
          <a:xfrm>
            <a:off x="6956723" y="6218748"/>
            <a:ext cx="2534873" cy="190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09"/>
              </a:lnSpc>
            </a:pPr>
            <a:r>
              <a:rPr lang="en-US" sz="1149" dirty="0">
                <a:solidFill>
                  <a:srgbClr val="194FA5"/>
                </a:solidFill>
                <a:latin typeface="TT Hoves"/>
              </a:rPr>
              <a:t>&lt;&lt;</a:t>
            </a:r>
            <a:r>
              <a:rPr lang="en-US" sz="1149" dirty="0" err="1">
                <a:solidFill>
                  <a:srgbClr val="194FA5"/>
                </a:solidFill>
                <a:latin typeface="TT Hoves"/>
              </a:rPr>
              <a:t>AuthorityDesignation</a:t>
            </a:r>
            <a:r>
              <a:rPr lang="en-US" sz="1149" dirty="0">
                <a:solidFill>
                  <a:srgbClr val="194FA5"/>
                </a:solidFill>
                <a:latin typeface="TT Hoves"/>
              </a:rPr>
              <a:t>&gt;&gt;</a:t>
            </a:r>
            <a:endParaRPr lang="en-US" sz="1149" dirty="0">
              <a:solidFill>
                <a:srgbClr val="194FA5"/>
              </a:solidFill>
              <a:latin typeface="TT Hoves"/>
              <a:sym typeface="Garet"/>
            </a:endParaRPr>
          </a:p>
        </p:txBody>
      </p:sp>
      <p:sp>
        <p:nvSpPr>
          <p:cNvPr id="44" name="AuthoritySignature">
            <a:extLst>
              <a:ext uri="{FF2B5EF4-FFF2-40B4-BE49-F238E27FC236}">
                <a16:creationId xmlns:a16="http://schemas.microsoft.com/office/drawing/2014/main" id="{5C66E70E-6DBD-CD86-8736-8B769A669CBD}"/>
              </a:ext>
            </a:extLst>
          </p:cNvPr>
          <p:cNvSpPr/>
          <p:nvPr/>
        </p:nvSpPr>
        <p:spPr>
          <a:xfrm>
            <a:off x="7216684" y="5320926"/>
            <a:ext cx="2009823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2E7943EF-1CCD-35DA-2359-A42556AB7F53}"/>
              </a:ext>
            </a:extLst>
          </p:cNvPr>
          <p:cNvSpPr txBox="1"/>
          <p:nvPr/>
        </p:nvSpPr>
        <p:spPr>
          <a:xfrm>
            <a:off x="6705532" y="5588981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194FA5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b="1" dirty="0" err="1">
                <a:solidFill>
                  <a:srgbClr val="194FA5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194FA5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48" name="TextBox 18">
            <a:extLst>
              <a:ext uri="{FF2B5EF4-FFF2-40B4-BE49-F238E27FC236}">
                <a16:creationId xmlns:a16="http://schemas.microsoft.com/office/drawing/2014/main" id="{E1AF52B4-DDD2-6DAA-2087-DCE67999B72F}"/>
              </a:ext>
            </a:extLst>
          </p:cNvPr>
          <p:cNvSpPr txBox="1"/>
          <p:nvPr/>
        </p:nvSpPr>
        <p:spPr>
          <a:xfrm>
            <a:off x="4277292" y="6716651"/>
            <a:ext cx="2151172" cy="233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1960"/>
              </a:lnSpc>
              <a:defRPr sz="1400">
                <a:solidFill>
                  <a:srgbClr val="194FA5"/>
                </a:solidFill>
                <a:latin typeface="TT Hoves"/>
              </a:defRPr>
            </a:lvl1pPr>
          </a:lstStyle>
          <a:p>
            <a:r>
              <a:rPr lang="en-US" dirty="0"/>
              <a:t>&lt;&lt;</a:t>
            </a:r>
            <a:r>
              <a:rPr lang="en-US" dirty="0" err="1"/>
              <a:t>IssueDate</a:t>
            </a:r>
            <a:r>
              <a:rPr lang="en-US" dirty="0"/>
              <a:t>&gt;&gt; </a:t>
            </a:r>
            <a:endParaRPr lang="en-US" dirty="0">
              <a:sym typeface="Garet Bold"/>
            </a:endParaRPr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EA866270-9A26-5E43-34D6-5AFBCE163B69}"/>
              </a:ext>
            </a:extLst>
          </p:cNvPr>
          <p:cNvSpPr txBox="1"/>
          <p:nvPr/>
        </p:nvSpPr>
        <p:spPr>
          <a:xfrm>
            <a:off x="1754480" y="3550556"/>
            <a:ext cx="7196796" cy="912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95"/>
              </a:lnSpc>
            </a:pPr>
            <a:r>
              <a:rPr lang="en-US" sz="4000" dirty="0">
                <a:solidFill>
                  <a:srgbClr val="194FA5"/>
                </a:solidFill>
                <a:latin typeface="Source Sans Pro SemiBold" panose="020F0502020204030204" pitchFamily="34" charset="0"/>
              </a:rPr>
              <a:t>&lt;&lt;</a:t>
            </a:r>
            <a:r>
              <a:rPr lang="en-US" sz="4000" dirty="0" err="1">
                <a:solidFill>
                  <a:srgbClr val="194FA5"/>
                </a:solidFill>
                <a:latin typeface="Source Sans Pro SemiBold" panose="020F0502020204030204" pitchFamily="34" charset="0"/>
              </a:rPr>
              <a:t>CandidateName</a:t>
            </a:r>
            <a:r>
              <a:rPr lang="en-US" sz="4000" dirty="0">
                <a:solidFill>
                  <a:srgbClr val="194FA5"/>
                </a:solidFill>
                <a:latin typeface="Source Sans Pro SemiBold" panose="020F0502020204030204" pitchFamily="34" charset="0"/>
              </a:rPr>
              <a:t>&gt;&gt;</a:t>
            </a:r>
            <a:endParaRPr lang="en-US" sz="4000" dirty="0">
              <a:solidFill>
                <a:srgbClr val="194FA5"/>
              </a:solidFill>
              <a:latin typeface="Source Sans Pro SemiBold" panose="020F0502020204030204" pitchFamily="34" charset="0"/>
              <a:sym typeface="Quotes Scrip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A19B801-DFF3-E7C0-5142-83CCBA9F447B}"/>
              </a:ext>
            </a:extLst>
          </p:cNvPr>
          <p:cNvSpPr/>
          <p:nvPr/>
        </p:nvSpPr>
        <p:spPr>
          <a:xfrm>
            <a:off x="2283004" y="5321517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1" name="QRCode">
            <a:extLst>
              <a:ext uri="{FF2B5EF4-FFF2-40B4-BE49-F238E27FC236}">
                <a16:creationId xmlns:a16="http://schemas.microsoft.com/office/drawing/2014/main" id="{C616353C-E905-F665-736D-2FD664107C46}"/>
              </a:ext>
            </a:extLst>
          </p:cNvPr>
          <p:cNvSpPr/>
          <p:nvPr/>
        </p:nvSpPr>
        <p:spPr>
          <a:xfrm>
            <a:off x="2337004" y="5375517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9FDEB603-B654-374A-896F-1489A4883F87}"/>
              </a:ext>
            </a:extLst>
          </p:cNvPr>
          <p:cNvSpPr txBox="1"/>
          <p:nvPr/>
        </p:nvSpPr>
        <p:spPr>
          <a:xfrm>
            <a:off x="2230016" y="6388317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Gotham</vt:lpstr>
      <vt:lpstr>Source Sans Pro SemiBold</vt:lpstr>
      <vt:lpstr>Calibri</vt:lpstr>
      <vt:lpstr>Gotham Bold</vt:lpstr>
      <vt:lpstr>Rastanty Cortez</vt:lpstr>
      <vt:lpstr>TT Hoves</vt:lpstr>
      <vt:lpstr>TT Drugs Bold</vt:lpstr>
      <vt:lpstr>Garet 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Orange and White Modern Appreciation Certificate</dc:title>
  <cp:lastModifiedBy>Sachin Jangir</cp:lastModifiedBy>
  <cp:revision>11</cp:revision>
  <dcterms:created xsi:type="dcterms:W3CDTF">2006-08-16T00:00:00Z</dcterms:created>
  <dcterms:modified xsi:type="dcterms:W3CDTF">2026-08-24T08:50:40Z</dcterms:modified>
  <dc:identifier>DAHQ2nixqmw</dc:identifier>
</cp:coreProperties>
</file>